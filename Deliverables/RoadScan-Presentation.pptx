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61ff168684144f2" /><Relationship Type="http://schemas.openxmlformats.org/officeDocument/2006/relationships/extended-properties" Target="/docProps/app.xml" Id="Rc7f933b937a6415d" /><Relationship Type="http://schemas.openxmlformats.org/officeDocument/2006/relationships/officeDocument" Target="/ppt/presentation.xml" Id="R01c752ae27bf409a" /></Relationships>
</file>

<file path=ppt/presentation.xml><?xml version="1.0" encoding="utf-8"?>
<p:presentation xmlns:p="http://schemas.openxmlformats.org/presentationml/2006/main">
  <p:sldMasterIdLst>
    <p:sldMasterId xmlns:r="http://schemas.openxmlformats.org/officeDocument/2006/relationships" id="2147483648" r:id="R3e829d087e6a4701"/>
  </p:sldMasterIdLst>
  <p:notesMasterIdLst>
    <p:notesMasterId xmlns:r="http://schemas.openxmlformats.org/officeDocument/2006/relationships" r:id="Raf88a234308545d0"/>
  </p:notesMasterIdLst>
  <p:sldIdLst>
    <p:sldId xmlns:r="http://schemas.openxmlformats.org/officeDocument/2006/relationships" id="256" r:id="R6db52b3fcd424fa7"/>
    <p:sldId xmlns:r="http://schemas.openxmlformats.org/officeDocument/2006/relationships" id="257" r:id="R5f41bb116d494a0d"/>
    <p:sldId xmlns:r="http://schemas.openxmlformats.org/officeDocument/2006/relationships" id="258" r:id="R8935709f9f634f36"/>
    <p:sldId xmlns:r="http://schemas.openxmlformats.org/officeDocument/2006/relationships" id="259" r:id="R6ffe680bf42648ef"/>
    <p:sldId xmlns:r="http://schemas.openxmlformats.org/officeDocument/2006/relationships" id="260" r:id="R2e4953c4e8e544c4"/>
    <p:sldId xmlns:r="http://schemas.openxmlformats.org/officeDocument/2006/relationships" id="261" r:id="R812adc630cf34dd5"/>
    <p:sldId xmlns:r="http://schemas.openxmlformats.org/officeDocument/2006/relationships" id="262" r:id="Rd3a328ce4e7a454b"/>
    <p:sldId xmlns:r="http://schemas.openxmlformats.org/officeDocument/2006/relationships" id="263" r:id="Rce7690538d7e4af3"/>
    <p:sldId xmlns:r="http://schemas.openxmlformats.org/officeDocument/2006/relationships" id="264" r:id="R0a62cf1264254a1d"/>
    <p:sldId xmlns:r="http://schemas.openxmlformats.org/officeDocument/2006/relationships" id="265" r:id="R15617c8fb74a4d1c"/>
    <p:sldId xmlns:r="http://schemas.openxmlformats.org/officeDocument/2006/relationships" id="266" r:id="R5c0dcf9f3cd14ae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560d3249c7245ed" /><Relationship Type="http://schemas.openxmlformats.org/officeDocument/2006/relationships/slideMaster" Target="/ppt/slideMasters/slideMaster1.xml" Id="R3e829d087e6a4701" /><Relationship Type="http://schemas.openxmlformats.org/officeDocument/2006/relationships/notesMaster" Target="/ppt/notesMasters/notesMaster1.xml" Id="Raf88a234308545d0" /><Relationship Type="http://schemas.openxmlformats.org/officeDocument/2006/relationships/presProps" Target="/ppt/presProps.xml" Id="R78f7454aeffa4b39" /><Relationship Type="http://schemas.openxmlformats.org/officeDocument/2006/relationships/tableStyles" Target="/ppt/tableStyles.xml" Id="R8bc3f59f98d144fe" /><Relationship Type="http://schemas.openxmlformats.org/officeDocument/2006/relationships/slide" Target="/ppt/slides/slide1.xml" Id="R6db52b3fcd424fa7" /><Relationship Type="http://schemas.openxmlformats.org/officeDocument/2006/relationships/slide" Target="/ppt/slides/slide2.xml" Id="R5f41bb116d494a0d" /><Relationship Type="http://schemas.openxmlformats.org/officeDocument/2006/relationships/slide" Target="/ppt/slides/slide3.xml" Id="R8935709f9f634f36" /><Relationship Type="http://schemas.openxmlformats.org/officeDocument/2006/relationships/slide" Target="/ppt/slides/slide4.xml" Id="R6ffe680bf42648ef" /><Relationship Type="http://schemas.openxmlformats.org/officeDocument/2006/relationships/slide" Target="/ppt/slides/slide5.xml" Id="R2e4953c4e8e544c4" /><Relationship Type="http://schemas.openxmlformats.org/officeDocument/2006/relationships/slide" Target="/ppt/slides/slide6.xml" Id="R812adc630cf34dd5" /><Relationship Type="http://schemas.openxmlformats.org/officeDocument/2006/relationships/slide" Target="/ppt/slides/slide7.xml" Id="Rd3a328ce4e7a454b" /><Relationship Type="http://schemas.openxmlformats.org/officeDocument/2006/relationships/slide" Target="/ppt/slides/slide8.xml" Id="Rce7690538d7e4af3" /><Relationship Type="http://schemas.openxmlformats.org/officeDocument/2006/relationships/slide" Target="/ppt/slides/slide9.xml" Id="R0a62cf1264254a1d" /><Relationship Type="http://schemas.openxmlformats.org/officeDocument/2006/relationships/slide" Target="/ppt/slides/slide10.xml" Id="R15617c8fb74a4d1c" /><Relationship Type="http://schemas.openxmlformats.org/officeDocument/2006/relationships/slide" Target="/ppt/slides/slide11.xml" Id="R5c0dcf9f3cd14ae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a77882f79864cd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e189a85d04348cf" /><Relationship Type="http://schemas.openxmlformats.org/officeDocument/2006/relationships/notesMaster" Target="/ppt/notesMasters/notesMaster1.xml" Id="Rf7b54e532f7e4616" /></Relationships>
</file>

<file path=ppt/notesSlides/_rels/notesSlide2.xml.rels>&#65279;<?xml version="1.0" encoding="utf-8"?><Relationships xmlns="http://schemas.openxmlformats.org/package/2006/relationships"><Relationship Type="http://schemas.openxmlformats.org/officeDocument/2006/relationships/slide" Target="/ppt/slides/slide2.xml" Id="Rbf0a27e9d8ac44aa" /><Relationship Type="http://schemas.openxmlformats.org/officeDocument/2006/relationships/notesMaster" Target="/ppt/notesMasters/notesMaster1.xml" Id="R72d2573e238348ff" /></Relationships>
</file>

<file path=ppt/notesSlides/_rels/notesSlide3.xml.rels>&#65279;<?xml version="1.0" encoding="utf-8"?><Relationships xmlns="http://schemas.openxmlformats.org/package/2006/relationships"><Relationship Type="http://schemas.openxmlformats.org/officeDocument/2006/relationships/slide" Target="/ppt/slides/slide3.xml" Id="R2947ecc82ce54c41" /><Relationship Type="http://schemas.openxmlformats.org/officeDocument/2006/relationships/notesMaster" Target="/ppt/notesMasters/notesMaster1.xml" Id="R2c55e82f1a864c53" /></Relationships>
</file>

<file path=ppt/notesSlides/_rels/notesSlide4.xml.rels>&#65279;<?xml version="1.0" encoding="utf-8"?><Relationships xmlns="http://schemas.openxmlformats.org/package/2006/relationships"><Relationship Type="http://schemas.openxmlformats.org/officeDocument/2006/relationships/slide" Target="/ppt/slides/slide4.xml" Id="R53226927b1284909" /><Relationship Type="http://schemas.openxmlformats.org/officeDocument/2006/relationships/notesMaster" Target="/ppt/notesMasters/notesMaster1.xml" Id="Rd17e4159d6ca4518" /></Relationships>
</file>

<file path=ppt/notesSlides/_rels/notesSlide5.xml.rels>&#65279;<?xml version="1.0" encoding="utf-8"?><Relationships xmlns="http://schemas.openxmlformats.org/package/2006/relationships"><Relationship Type="http://schemas.openxmlformats.org/officeDocument/2006/relationships/slide" Target="/ppt/slides/slide5.xml" Id="R60aab8cef5f04306" /><Relationship Type="http://schemas.openxmlformats.org/officeDocument/2006/relationships/notesMaster" Target="/ppt/notesMasters/notesMaster1.xml" Id="Rb7efd83d79a348ea" /></Relationships>
</file>

<file path=ppt/notesSlides/_rels/notesSlide6.xml.rels>&#65279;<?xml version="1.0" encoding="utf-8"?><Relationships xmlns="http://schemas.openxmlformats.org/package/2006/relationships"><Relationship Type="http://schemas.openxmlformats.org/officeDocument/2006/relationships/slide" Target="/ppt/slides/slide6.xml" Id="R5d6c8f4c754540b7" /><Relationship Type="http://schemas.openxmlformats.org/officeDocument/2006/relationships/notesMaster" Target="/ppt/notesMasters/notesMaster1.xml" Id="R27ebd074c90c48fe" /></Relationships>
</file>

<file path=ppt/notesSlides/_rels/notesSlide7.xml.rels>&#65279;<?xml version="1.0" encoding="utf-8"?><Relationships xmlns="http://schemas.openxmlformats.org/package/2006/relationships"><Relationship Type="http://schemas.openxmlformats.org/officeDocument/2006/relationships/slide" Target="/ppt/slides/slide7.xml" Id="Rfa4c22d84a204cc3" /><Relationship Type="http://schemas.openxmlformats.org/officeDocument/2006/relationships/notesMaster" Target="/ppt/notesMasters/notesMaster1.xml" Id="Raac86d82918747c0" /></Relationships>
</file>

<file path=ppt/notesSlides/_rels/notesSlide8.xml.rels>&#65279;<?xml version="1.0" encoding="utf-8"?><Relationships xmlns="http://schemas.openxmlformats.org/package/2006/relationships"><Relationship Type="http://schemas.openxmlformats.org/officeDocument/2006/relationships/slide" Target="/ppt/slides/slide8.xml" Id="Rc1928011c7c345f2" /><Relationship Type="http://schemas.openxmlformats.org/officeDocument/2006/relationships/notesMaster" Target="/ppt/notesMasters/notesMaster1.xml" Id="Reddf499d14254b02" /></Relationships>
</file>

<file path=ppt/notesSlides/_rels/notesSlide9.xml.rels>&#65279;<?xml version="1.0" encoding="utf-8"?><Relationships xmlns="http://schemas.openxmlformats.org/package/2006/relationships"><Relationship Type="http://schemas.openxmlformats.org/officeDocument/2006/relationships/slide" Target="/ppt/slides/slide9.xml" Id="R9effe780dc3d4f47" /><Relationship Type="http://schemas.openxmlformats.org/officeDocument/2006/relationships/notesMaster" Target="/ppt/notesMasters/notesMaster1.xml" Id="Rc381b492573248d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1d7196089e943fa" /><Relationship Type="http://schemas.openxmlformats.org/officeDocument/2006/relationships/notesMaster" Target="/ppt/notesMasters/notesMaster1.xml" Id="R9cf9545c6988413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2b510c452924456" /><Relationship Type="http://schemas.openxmlformats.org/officeDocument/2006/relationships/notesMaster" Target="/ppt/notesMasters/notesMaster1.xml" Id="Rd5f74eba644a4d4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20 seconds.</a:t>
            </a:r>
          </a:p>
          <a:p xmlns:a="http://schemas.openxmlformats.org/drawingml/2006/main">
            <a:r>
              <a:t/>
            </a:r>
          </a:p>
          <a:p xmlns:a="http://schemas.openxmlformats.org/drawingml/2006/main">
            <a:r>
              <a:t>Road damage needs a reviewable record before it can support a maintenance decision. RoadScan connects local detection to human correction, priority support and controlled preparation of training examples. Our contribution is that complete inspection workflow. This remains a capstone prototype, rather than structural safety certification.</a:t>
            </a:r>
          </a:p>
          <a:p xmlns:a="http://schemas.openxmlformats.org/drawingml/2006/main">
            <a:r>
              <a:t/>
            </a:r>
          </a:p>
          <a:p xmlns:a="http://schemas.openxmlformats.org/drawingml/2006/main">
            <a:r>
              <a:t>Sources: RoadScan-Project-Report.pdf sections 1–2; OLO AIEP brief, Track A; assets/readme/overview.png, original RoadScene illustration. Team members supplied by the project owner.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50 seconds.</a:t>
            </a:r>
          </a:p>
          <a:p xmlns:a="http://schemas.openxmlformats.org/drawingml/2006/main">
            <a:r>
              <a:t/>
            </a:r>
          </a:p>
          <a:p xmlns:a="http://schemas.openxmlformats.org/drawingml/2006/main">
            <a:r>
              <a:t>The browser accepts photos, a camera or video. App.tsx and LiveRecognition.tsx call FastAPI in api.py, which checks access, input size and image dimensions. ModelRuntime in model_library.py selects the checkpoint, while inference.py runs local detection. There are two paths. Temporary recognition returns boxes without saving a report. Explicit report creation stores the image, initial prediction and a reviewable record. Review and workflow modules validate corrections and status changes, retaining audit history in SQLite. Approved examples can enter a training export. Keeping these boundaries separate avoids turning every live camera frame into permanent project data.</a:t>
            </a:r>
          </a:p>
          <a:p xmlns:a="http://schemas.openxmlformats.org/drawingml/2006/main">
            <a:r>
              <a:t/>
            </a:r>
          </a:p>
          <a:p xmlns:a="http://schemas.openxmlformats.org/drawingml/2006/main">
            <a:r>
              <a:t>Sources: roadscan/api.py:136,151,280; model_library.py:220; inference.py:78; core.py; review.py; workflow.py; training_data.py; frontend/src/App.tsx and LiveRecognition.tsx. Diagram is native editable slide objects.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45 seconds.</a:t>
            </a:r>
          </a:p>
          <a:p xmlns:a="http://schemas.openxmlformats.org/drawingml/2006/main">
            <a:r>
              <a:t/>
            </a:r>
          </a:p>
          <a:p xmlns:a="http://schemas.openxmlformats.org/drawingml/2006/main">
            <a:r>
              <a:t>This is the real review interface with private road imagery excluded. A reviewer checks the detection boxes, corrects them and records a decision. Model comparison runs two or three checkpoints sequentially and keeps their individual outputs visible. A majority is one suggestion. If the third model is more credible, the reviewer can choose that model instead. The choice only replaces draft boxes until the review is explicitly saved. Priority provides a transparent triage aid. It cannot infer physical crack depth or certify whether a road is safe from one photograph.</a:t>
            </a:r>
          </a:p>
          <a:p xmlns:a="http://schemas.openxmlformats.org/drawingml/2006/main">
            <a:r>
              <a:t/>
            </a:r>
          </a:p>
          <a:p xmlns:a="http://schemas.openxmlformats.org/drawingml/2006/main">
            <a:r>
              <a:t>Sources: assets/readme/review.png, cleared screenshot; frontend/src/ModelVote.tsx:45 and App.tsx:337; roadscan/voting.py; vote_worker.py; review.py; priority.py. Screenshot shows the application controls, not an accuracy evaluation.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55 seconds.</a:t>
            </a:r>
          </a:p>
          <a:p xmlns:a="http://schemas.openxmlformats.org/drawingml/2006/main">
            <a:r>
              <a:t/>
            </a:r>
          </a:p>
          <a:p xmlns:a="http://schemas.openxmlformats.org/drawingml/2006/main">
            <a:r>
              <a:t>We retained nineteen unique weight files, including sixteen road detectors. The baseline used eight thousand training images, a separate Czech validation set of one thousand, and a US test set of one thousand. The team reports twenty-six thousand eight hundred sixty-nine RDD training images plus roughly fourteen thousand external images for its main run. That total is approximate. The table preserves each experiment’s scope. The main YOLO26 result and RT-DETR validation score cannot establish a universal winner against the baseline’s US holdout. The team also reported near-duplicate leakage. A complete shared benchmark and labeled Saudi test set are still needed.</a:t>
            </a:r>
          </a:p>
          <a:p xmlns:a="http://schemas.openxmlformats.org/drawingml/2006/main">
            <a:r>
              <a:t/>
            </a:r>
          </a:p>
          <a:p xmlns:a="http://schemas.openxmlformats.org/drawingml/2006/main">
            <a:r>
              <a:t>Sources: Deliverables/Model-Report.md sections 01–03; Model-Inventory.json; baseline training records and held-out metrics; supplied teammate E1/main results; saved RT-DETR-L validation. mAP50 is mean AP at IoU 0.5; mAP50–95 averages stricter overlap thresholds. Scores rounded from original records, not newly measured.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45 seconds.</a:t>
            </a:r>
          </a:p>
          <a:p xmlns:a="http://schemas.openxmlformats.org/drawingml/2006/main">
            <a:r>
              <a:t/>
            </a:r>
          </a:p>
          <a:p xmlns:a="http://schemas.openxmlformats.org/drawingml/2006/main">
            <a:r>
              <a:t>For a laptop, USB camera or Iriun phone camera, live recognition analyzes fresh frames automatically and shows an overlay. It samples at the pace the detector can sustain. For an uploaded file, Analyze every frame is different. The video module decodes frames sequentially and waits for inference before continuing. A busy response retains the same frame for retry, and completion checks available metadata. This improves decoded-frame coverage, but it can take longer than the video’s playback duration. Heavy models such as RT-DETR may be unsuitable for responsive CPU viewing. Saving a selected frame remains an explicit action.</a:t>
            </a:r>
          </a:p>
          <a:p xmlns:a="http://schemas.openxmlformats.org/drawingml/2006/main">
            <a:r>
              <a:t/>
            </a:r>
          </a:p>
          <a:p xmlns:a="http://schemas.openxmlformats.org/drawingml/2006/main">
            <a:r>
              <a:t>Sources: frontend/src/LiveRecognition.tsx; liveFrames.ts; FullVideoAnalysis.tsx:34; roadscan/video_analysis.py:93; api.py video-analysis routes. Hardware-specific sustained frame rate and drone integration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40 seconds.</a:t>
            </a:r>
          </a:p>
          <a:p xmlns:a="http://schemas.openxmlformats.org/drawingml/2006/main">
            <a:r>
              <a:t/>
            </a:r>
          </a:p>
          <a:p xmlns:a="http://schemas.openxmlformats.org/drawingml/2006/main">
            <a:r>
              <a:t>A saved review does not teach the active model instantly. First, the reviewer corrects the boxes, confirms the report and approves the example. The Learning screen exports approved images, labels, split information and provenance. A trainer prepares that export for a separate training run, evaluates the new checkpoint on unused test data and imports it through the model library. The current export needs dataset-layout preparation for the training runner, so we do not claim one-click retraining. This deliberate boundary keeps an incorrect review from silently changing a model during a demonstration.</a:t>
            </a:r>
          </a:p>
          <a:p xmlns:a="http://schemas.openxmlformats.org/drawingml/2006/main">
            <a:r>
              <a:t/>
            </a:r>
          </a:p>
          <a:p xmlns:a="http://schemas.openxmlformats.org/drawingml/2006/main">
            <a:r>
              <a:t>Sources: assets/readme/learning.png; TrainingApproval.tsx; Learning.tsx; roadscan/training_data.py:40,78; detector_train.py:71; ModelLibrary.tsx:49. Export images/train layout requires preparation for the runner’s train/images expectation.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45 seconds.</a:t>
            </a:r>
          </a:p>
          <a:p xmlns:a="http://schemas.openxmlformats.org/drawingml/2006/main">
            <a:r>
              <a:t/>
            </a:r>
          </a:p>
          <a:p xmlns:a="http://schemas.openxmlformats.org/drawingml/2006/main">
            <a:r>
              <a:t>The recorded release checks passed two hundred twenty-one backend tests, twenty-four frontend tests and sixty-seven browser checks. One optional backend test was skipped. These establish software behavior, not detection accuracy. Our delivery includes source code, reports, guides and a published baseline checkpoint with its scoped source license. The remaining research work is concrete: collect labeled Saudi road images and real repeated-damage pairs, repair data leakage, compare models on the same test and measure camera latency on representative hardware. RoadScan provides a working, inspectable foundation for that work, with human review central to the workflow.</a:t>
            </a:r>
          </a:p>
          <a:p xmlns:a="http://schemas.openxmlformats.org/drawingml/2006/main">
            <a:r>
              <a:t/>
            </a:r>
          </a:p>
          <a:p xmlns:a="http://schemas.openxmlformats.org/drawingml/2006/main">
            <a:r>
              <a:t>Sources: Deliverables/Validation-Status.md; For-Examiners.md; Model-Report.md; GitHub-Publication-Verification.json; Baseline-Publication-Verification.json. These are previously recorded release tests, not a claim that the tests were rerun while authoring this presentation. Repository: https://github.com/Feras-MQ/RoadScan; model resources: releases/tag/model-resources-2026-10-28.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outside the five-minute talk.</a:t>
            </a:r>
          </a:p>
          <a:p xmlns:a="http://schemas.openxmlformats.org/drawingml/2006/main">
            <a:r>
              <a:t/>
            </a:r>
          </a:p>
          <a:p xmlns:a="http://schemas.openxmlformats.org/drawingml/2006/main">
            <a:r>
              <a:t>All nineteen unique weight files are indexed by SHA-256 in the model report. Sixteen are road detectors. The ResNet18 classifier predicts image-level labels, the stock COCO checkpoint is an initializer, and DINOv2 supports optional visual similarity. These roles have different evaluation metrics. The released baseline is road-trained. DINOv2 availability does not replace a detector.</a:t>
            </a:r>
          </a:p>
          <a:p xmlns:a="http://schemas.openxmlformats.org/drawingml/2006/main">
            <a:r>
              <a:t/>
            </a:r>
          </a:p>
          <a:p xmlns:a="http://schemas.openxmlformats.org/drawingml/2006/main">
            <a:r>
              <a:t>Sources: Deliverables/Model-Inventory.json; Model-Report.md; Baseline-Publication-Verification.json and Model-Release-Verification.json.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outside the five-minute talk.</a:t>
            </a:r>
          </a:p>
          <a:p xmlns:a="http://schemas.openxmlformats.org/drawingml/2006/main">
            <a:r>
              <a:t/>
            </a:r>
          </a:p>
          <a:p xmlns:a="http://schemas.openxmlformats.org/drawingml/2006/main">
            <a:r>
              <a:t>The live endpoint bounds input bytes and decoded pixels, marks the result as not persisted and closes the decoded image. The model-vote callback updates draft boxes and marks them edited. It does not save the review automatically. These excerpts illustrate the boundaries, rather than presenting the full implementation.</a:t>
            </a:r>
          </a:p>
          <a:p xmlns:a="http://schemas.openxmlformats.org/drawingml/2006/main">
            <a:r>
              <a:t/>
            </a:r>
          </a:p>
          <a:p xmlns:a="http://schemas.openxmlformats.org/drawingml/2006/main">
            <a:r>
              <a:t>Sources: roadscan/api.py:139–148; frontend/src/App.tsx:337, exact callback statements and interface message. Comment “Response excerpt” is a presentation annotation.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outside the five-minute talk.</a:t>
            </a:r>
          </a:p>
          <a:p xmlns:a="http://schemas.openxmlformats.org/drawingml/2006/main">
            <a:r>
              <a:t/>
            </a:r>
          </a:p>
          <a:p xmlns:a="http://schemas.openxmlformats.org/drawingml/2006/main">
            <a:r>
              <a:t>The repository README contains the setup commands. Keep the local token private and retain the Docker data volume to preserve reports. Import trusted model files through Settings, then verify the Active label before testing. A road detector is required for road-damage boxes. The public baseline checkpoint and its license/source packet are on the model-resources release. Physical drone integration and Mac/ARM setup have not been verified.</a:t>
            </a:r>
          </a:p>
          <a:p xmlns:a="http://schemas.openxmlformats.org/drawingml/2006/main">
            <a:r>
              <a:t/>
            </a:r>
          </a:p>
          <a:p xmlns:a="http://schemas.openxmlformats.org/drawingml/2006/main">
            <a:r>
              <a:t>Sources: README.md Quick start Windows; Deliverables/Run-On-Another-Computer.md; Iriun-Webcam-Guide.md; https://github.com/Feras-MQ/RoadScan/releases/tag/model-resources-2026-10-28.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outside the five-minute talk.</a:t>
            </a:r>
          </a:p>
          <a:p xmlns:a="http://schemas.openxmlformats.org/drawingml/2006/main">
            <a:r>
              <a:t/>
            </a:r>
          </a:p>
          <a:p xmlns:a="http://schemas.openxmlformats.org/drawingml/2006/main">
            <a:r>
              <a:t>This appendix is a presenter checklist rather than additional five-minute narration. Use a permitted road image for a live demonstration, clearly label any synthetic sample, and avoid exposing private locations or tokens. If the detector or camera is unavailable, show the cleared screenshots and distinguish saved evidence from a live test. For model questions, consult the complete model report rather than compressing several datasets into one accuracy number.</a:t>
            </a:r>
          </a:p>
          <a:p xmlns:a="http://schemas.openxmlformats.org/drawingml/2006/main">
            <a:r>
              <a:t/>
            </a:r>
          </a:p>
          <a:p xmlns:a="http://schemas.openxmlformats.org/drawingml/2006/main">
            <a:r>
              <a:t>Sources: Deliverables/For-Examiners.md; Model-Report.md; Validation-Status.md; cleared screenshot assets. No claimed drone flight or measured Saudi-road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8025d726b5d4a7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f2750c880a5496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7476477a6f6400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f43fa47e7b34d0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9a8459ca816483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c4e9e2b7c854c7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A3E5E2C-4303-4C58-B2D0-5F015CE82C0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8942F1D-D2B8-460A-85C5-A00C4C62704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839F1B3-A22D-44D2-B4CC-3CB79CCAB3A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37132FF-C11B-4D56-9081-E67BB7CF52D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AAB11F2-51AC-44C4-AA6A-7C2B7CF8867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545139B-2CB5-42AC-9BF1-A32520FB512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9E12C0A-B59C-457D-A088-91B2F312FA8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E6D6550-4BE5-4B40-B731-7AA703D3FC2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C8FAA8A-97AE-4D54-BDEE-636017CAA7D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1A55A39-1796-453F-A037-29B75736B6A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a6e4d5f748040f2" /><Relationship Type="http://schemas.openxmlformats.org/officeDocument/2006/relationships/slideLayout" Target="/ppt/slideLayouts/slideLayout1.xml" Id="Rbb1fadf73b884eef" /><Relationship Type="http://schemas.openxmlformats.org/officeDocument/2006/relationships/slideLayout" Target="/ppt/slideLayouts/slideLayout2.xml" Id="R99351937b941486f" /><Relationship Type="http://schemas.openxmlformats.org/officeDocument/2006/relationships/slideLayout" Target="/ppt/slideLayouts/slideLayout3.xml" Id="R3b130c87219f4201" /><Relationship Type="http://schemas.openxmlformats.org/officeDocument/2006/relationships/slideLayout" Target="/ppt/slideLayouts/slideLayout4.xml" Id="R3156dbb8ab7940b1" /><Relationship Type="http://schemas.openxmlformats.org/officeDocument/2006/relationships/slideLayout" Target="/ppt/slideLayouts/slideLayout5.xml" Id="R05c7bd29dbc64d77" /><Relationship Type="http://schemas.openxmlformats.org/officeDocument/2006/relationships/slideLayout" Target="/ppt/slideLayouts/slideLayout6.xml" Id="R69a6d5c510ed486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b1fadf73b884eef"/>
    <p:sldLayoutId xmlns:r="http://schemas.openxmlformats.org/officeDocument/2006/relationships" id="2147483650" r:id="R99351937b941486f"/>
    <p:sldLayoutId xmlns:r="http://schemas.openxmlformats.org/officeDocument/2006/relationships" id="2147483651" r:id="R3b130c87219f4201"/>
    <p:sldLayoutId xmlns:r="http://schemas.openxmlformats.org/officeDocument/2006/relationships" id="2147483652" r:id="R3156dbb8ab7940b1"/>
    <p:sldLayoutId xmlns:r="http://schemas.openxmlformats.org/officeDocument/2006/relationships" id="2147483653" r:id="R05c7bd29dbc64d77"/>
    <p:sldLayoutId xmlns:r="http://schemas.openxmlformats.org/officeDocument/2006/relationships" id="2147483654" r:id="R69a6d5c510ed486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ac9137439c54aeb" /><Relationship Type="http://schemas.openxmlformats.org/officeDocument/2006/relationships/image" Target="/ppt/media/image.png" Id="Rc889ed2f72d3474b" /><Relationship Type="http://schemas.openxmlformats.org/officeDocument/2006/relationships/notesSlide" Target="/ppt/notesSlides/notesSlide1.xml" Id="Rcee151ad1a934f4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6b81dbd96ed4437" /><Relationship Type="http://schemas.openxmlformats.org/officeDocument/2006/relationships/notesSlide" Target="/ppt/notesSlides/notesSlide2.xml" Id="R0225e1fa7383451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cfd30c0289e4e36" /><Relationship Type="http://schemas.openxmlformats.org/officeDocument/2006/relationships/image" Target="/ppt/media/image2.png" Id="Re4dc91ebe5fc40d6" /><Relationship Type="http://schemas.openxmlformats.org/officeDocument/2006/relationships/notesSlide" Target="/ppt/notesSlides/notesSlide3.xml" Id="R29e50226f6534b1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99f5158c5a249c9" /><Relationship Type="http://schemas.openxmlformats.org/officeDocument/2006/relationships/notesSlide" Target="/ppt/notesSlides/notesSlide4.xml" Id="R146aa3e4f133449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4251f095ebb4c90" /><Relationship Type="http://schemas.openxmlformats.org/officeDocument/2006/relationships/notesSlide" Target="/ppt/notesSlides/notesSlide5.xml" Id="R30bd10aff7e3419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af2e7aa31214ee1" /><Relationship Type="http://schemas.openxmlformats.org/officeDocument/2006/relationships/image" Target="/ppt/media/image3.png" Id="Re96565ee5dbb416f" /><Relationship Type="http://schemas.openxmlformats.org/officeDocument/2006/relationships/notesSlide" Target="/ppt/notesSlides/notesSlide6.xml" Id="Rd633113b76434d7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7814c5391634810" /><Relationship Type="http://schemas.openxmlformats.org/officeDocument/2006/relationships/notesSlide" Target="/ppt/notesSlides/notesSlide7.xml" Id="R02881476cd9548d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a31366915bd4262" /><Relationship Type="http://schemas.openxmlformats.org/officeDocument/2006/relationships/notesSlide" Target="/ppt/notesSlides/notesSlide8.xml" Id="Re3e7c637fd6742e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b15899cc93940a0" /><Relationship Type="http://schemas.openxmlformats.org/officeDocument/2006/relationships/notesSlide" Target="/ppt/notesSlides/notesSlide9.xml" Id="R7fd4c393f508417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09fe2442311476b" /><Relationship Type="http://schemas.openxmlformats.org/officeDocument/2006/relationships/notesSlide" Target="/ppt/notesSlides/notesSlide10.xml" Id="Rf04ad9b2cc454e9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11d18c89a4246ea" /><Relationship Type="http://schemas.openxmlformats.org/officeDocument/2006/relationships/notesSlide" Target="/ppt/notesSlides/notesSlide11.xml" Id="Rde361846b91643c4" /></Relationships>
</file>

<file path=ppt/slides/slide1.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sp>
        <p:nvSpPr>
          <p:cNvPr id="10" name="ROAD DAMAGE INSPECTION">
            <a:extLst xmlns:a="http://schemas.openxmlformats.org/drawingml/2006/main">
              <a:ext uri="{FF2B5EF4-FFF2-40B4-BE49-F238E27FC236}">
                <a16:creationId xmlns:a16="http://schemas.microsoft.com/office/drawing/2014/main" id="{F8FF31F7-5614-46DB-8D58-CD7E2EEC63CA}"/>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ROAD DAMAGE INSPECTION</a:t>
            </a:r>
          </a:p>
        </p:txBody>
      </p:sp>
      <p:sp>
        <p:nvSpPr>
          <p:cNvPr id="2" name="RoadScan">
            <a:extLst xmlns:a="http://schemas.openxmlformats.org/drawingml/2006/main">
              <a:ext uri="{FF2B5EF4-FFF2-40B4-BE49-F238E27FC236}">
                <a16:creationId xmlns:a16="http://schemas.microsoft.com/office/drawing/2014/main" id="{9BE8D1E4-F7A0-469F-B776-5E8190140509}"/>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050" b="1">
                <a:solidFill>
                  <a:srgbClr val="DCFA6B"/>
                </a:solidFill>
                <a:latin typeface="Arial"/>
                <a:ea typeface="Arial"/>
                <a:cs typeface="Arial"/>
              </a:defRPr>
            </a:defPPr>
            <a:lvl1pPr>
              <a:defRPr sz="7050" b="1">
                <a:solidFill>
                  <a:srgbClr val="DCFA6B"/>
                </a:solidFill>
                <a:latin typeface="Arial"/>
                <a:ea typeface="Arial"/>
                <a:cs typeface="Arial"/>
              </a:defRPr>
            </a:lvl1pPr>
            <a:lvl2pPr>
              <a:defRPr sz="7050" b="1">
                <a:solidFill>
                  <a:srgbClr val="DCFA6B"/>
                </a:solidFill>
                <a:latin typeface="Arial"/>
                <a:ea typeface="Arial"/>
                <a:cs typeface="Arial"/>
              </a:defRPr>
            </a:lvl2pPr>
            <a:lvl3pPr>
              <a:defRPr sz="7050" b="1">
                <a:solidFill>
                  <a:srgbClr val="DCFA6B"/>
                </a:solidFill>
                <a:latin typeface="Arial"/>
                <a:ea typeface="Arial"/>
                <a:cs typeface="Arial"/>
              </a:defRPr>
            </a:lvl3pPr>
            <a:lvl4pPr>
              <a:defRPr sz="7050" b="1">
                <a:solidFill>
                  <a:srgbClr val="DCFA6B"/>
                </a:solidFill>
                <a:latin typeface="Arial"/>
                <a:ea typeface="Arial"/>
                <a:cs typeface="Arial"/>
              </a:defRPr>
            </a:lvl4pPr>
            <a:lvl5pPr>
              <a:defRPr sz="7050" b="1">
                <a:solidFill>
                  <a:srgbClr val="DCFA6B"/>
                </a:solidFill>
                <a:latin typeface="Arial"/>
                <a:ea typeface="Arial"/>
                <a:cs typeface="Arial"/>
              </a:defRPr>
            </a:lvl5pPr>
            <a:lvl6pPr>
              <a:defRPr sz="7050" b="1">
                <a:solidFill>
                  <a:srgbClr val="DCFA6B"/>
                </a:solidFill>
                <a:latin typeface="Arial"/>
                <a:ea typeface="Arial"/>
                <a:cs typeface="Arial"/>
              </a:defRPr>
            </a:lvl6pPr>
            <a:lvl7pPr>
              <a:defRPr sz="7050" b="1">
                <a:solidFill>
                  <a:srgbClr val="DCFA6B"/>
                </a:solidFill>
                <a:latin typeface="Arial"/>
                <a:ea typeface="Arial"/>
                <a:cs typeface="Arial"/>
              </a:defRPr>
            </a:lvl7pPr>
            <a:lvl8pPr>
              <a:defRPr sz="7050" b="1">
                <a:solidFill>
                  <a:srgbClr val="DCFA6B"/>
                </a:solidFill>
                <a:latin typeface="Arial"/>
                <a:ea typeface="Arial"/>
                <a:cs typeface="Arial"/>
              </a:defRPr>
            </a:lvl8pPr>
            <a:lvl9pPr>
              <a:defRPr sz="7050" b="1">
                <a:solidFill>
                  <a:srgbClr val="DCFA6B"/>
                </a:solidFill>
                <a:latin typeface="Arial"/>
                <a:ea typeface="Arial"/>
                <a:cs typeface="Arial"/>
              </a:defRPr>
            </a:lvl9pPr>
          </a:lstStyle>
          <a:p xmlns:a="http://schemas.openxmlformats.org/drawingml/2006/main">
            <a:pPr>
              <a:defRPr sz="7050" b="1">
                <a:solidFill>
                  <a:srgbClr val="DCFA6B"/>
                </a:solidFill>
                <a:latin typeface="Arial"/>
                <a:ea typeface="Arial"/>
                <a:cs typeface="Arial"/>
              </a:defRPr>
            </a:pPr>
            <a:r>
              <a:rPr sz="7050" b="1">
                <a:solidFill>
                  <a:srgbClr val="DCFA6B"/>
                </a:solidFill>
                <a:latin typeface="Arial"/>
                <a:ea typeface="Arial"/>
                <a:cs typeface="Arial"/>
              </a:rPr>
              <a:t>RoadScan</a:t>
            </a:r>
          </a:p>
        </p:txBody>
      </p:sp>
      <p:sp>
        <p:nvSpPr>
          <p:cNvPr id="3" name="RoadScan / AIEP capstone">
            <a:extLst xmlns:a="http://schemas.openxmlformats.org/drawingml/2006/main">
              <a:ext uri="{FF2B5EF4-FFF2-40B4-BE49-F238E27FC236}">
                <a16:creationId xmlns:a16="http://schemas.microsoft.com/office/drawing/2014/main" id="{E62428C8-5B3C-49A6-B6FC-233A2D132276}"/>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01">
            <a:extLst xmlns:a="http://schemas.openxmlformats.org/drawingml/2006/main">
              <a:ext uri="{FF2B5EF4-FFF2-40B4-BE49-F238E27FC236}">
                <a16:creationId xmlns:a16="http://schemas.microsoft.com/office/drawing/2014/main" id="{6CE1596A-D05A-4AF7-9B60-EDEC40E1F3BA}"/>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01</a:t>
            </a:r>
          </a:p>
        </p:txBody>
      </p:sp>
      <p:sp>
        <p:nvSpPr>
          <p:cNvPr id="5" name="Human-reviewed&#10;road intelligence">
            <a:extLst xmlns:a="http://schemas.openxmlformats.org/drawingml/2006/main">
              <a:ext uri="{FF2B5EF4-FFF2-40B4-BE49-F238E27FC236}">
                <a16:creationId xmlns:a16="http://schemas.microsoft.com/office/drawing/2014/main" id="{4933F618-57D6-4036-B667-6C173ED9202C}"/>
              </a:ext>
            </a:extLst>
          </p:cNvPr>
          <p:cNvSpPr>
            <a:spLocks xmlns:a="http://schemas.openxmlformats.org/drawingml/2006/main" noGrp="1"/>
          </p:cNvSpPr>
          <p:nvPr/>
        </p:nvSpPr>
        <p:spPr>
          <a:xfrm xmlns:a="http://schemas.openxmlformats.org/drawingml/2006/main">
            <a:off x="552450" y="2124075"/>
            <a:ext cx="58102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Human-reviewed</a:t>
            </a:r>
          </a:p>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road intelligence</a:t>
            </a:r>
          </a:p>
        </p:txBody>
      </p:sp>
      <p:sp>
        <p:nvSpPr>
          <p:cNvPr id="6" name="A local workflow for detecting damage,&#10;reviewing e">
            <a:extLst xmlns:a="http://schemas.openxmlformats.org/drawingml/2006/main">
              <a:ext uri="{FF2B5EF4-FFF2-40B4-BE49-F238E27FC236}">
                <a16:creationId xmlns:a16="http://schemas.microsoft.com/office/drawing/2014/main" id="{45E81DCB-7794-4F2D-AFE0-2C01CD31580B}"/>
              </a:ext>
            </a:extLst>
          </p:cNvPr>
          <p:cNvSpPr>
            <a:spLocks xmlns:a="http://schemas.openxmlformats.org/drawingml/2006/main" noGrp="1"/>
          </p:cNvSpPr>
          <p:nvPr/>
        </p:nvSpPr>
        <p:spPr>
          <a:xfrm xmlns:a="http://schemas.openxmlformats.org/drawingml/2006/main">
            <a:off x="590550" y="3819525"/>
            <a:ext cx="5334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A5BDC6"/>
                </a:solidFill>
                <a:latin typeface="Arial"/>
                <a:ea typeface="Arial"/>
                <a:cs typeface="Arial"/>
              </a:defRPr>
            </a:defPPr>
            <a:lvl1pPr>
              <a:defRPr sz="2025" b="0">
                <a:solidFill>
                  <a:srgbClr val="A5BDC6"/>
                </a:solidFill>
                <a:latin typeface="Arial"/>
                <a:ea typeface="Arial"/>
                <a:cs typeface="Arial"/>
              </a:defRPr>
            </a:lvl1pPr>
            <a:lvl2pPr>
              <a:defRPr sz="2025" b="0">
                <a:solidFill>
                  <a:srgbClr val="A5BDC6"/>
                </a:solidFill>
                <a:latin typeface="Arial"/>
                <a:ea typeface="Arial"/>
                <a:cs typeface="Arial"/>
              </a:defRPr>
            </a:lvl2pPr>
            <a:lvl3pPr>
              <a:defRPr sz="2025" b="0">
                <a:solidFill>
                  <a:srgbClr val="A5BDC6"/>
                </a:solidFill>
                <a:latin typeface="Arial"/>
                <a:ea typeface="Arial"/>
                <a:cs typeface="Arial"/>
              </a:defRPr>
            </a:lvl3pPr>
            <a:lvl4pPr>
              <a:defRPr sz="2025" b="0">
                <a:solidFill>
                  <a:srgbClr val="A5BDC6"/>
                </a:solidFill>
                <a:latin typeface="Arial"/>
                <a:ea typeface="Arial"/>
                <a:cs typeface="Arial"/>
              </a:defRPr>
            </a:lvl4pPr>
            <a:lvl5pPr>
              <a:defRPr sz="2025" b="0">
                <a:solidFill>
                  <a:srgbClr val="A5BDC6"/>
                </a:solidFill>
                <a:latin typeface="Arial"/>
                <a:ea typeface="Arial"/>
                <a:cs typeface="Arial"/>
              </a:defRPr>
            </a:lvl5pPr>
            <a:lvl6pPr>
              <a:defRPr sz="2025" b="0">
                <a:solidFill>
                  <a:srgbClr val="A5BDC6"/>
                </a:solidFill>
                <a:latin typeface="Arial"/>
                <a:ea typeface="Arial"/>
                <a:cs typeface="Arial"/>
              </a:defRPr>
            </a:lvl6pPr>
            <a:lvl7pPr>
              <a:defRPr sz="2025" b="0">
                <a:solidFill>
                  <a:srgbClr val="A5BDC6"/>
                </a:solidFill>
                <a:latin typeface="Arial"/>
                <a:ea typeface="Arial"/>
                <a:cs typeface="Arial"/>
              </a:defRPr>
            </a:lvl7pPr>
            <a:lvl8pPr>
              <a:defRPr sz="2025" b="0">
                <a:solidFill>
                  <a:srgbClr val="A5BDC6"/>
                </a:solidFill>
                <a:latin typeface="Arial"/>
                <a:ea typeface="Arial"/>
                <a:cs typeface="Arial"/>
              </a:defRPr>
            </a:lvl8pPr>
            <a:lvl9pPr>
              <a:defRPr sz="2025" b="0">
                <a:solidFill>
                  <a:srgbClr val="A5BDC6"/>
                </a:solidFill>
                <a:latin typeface="Arial"/>
                <a:ea typeface="Arial"/>
                <a:cs typeface="Arial"/>
              </a:defRPr>
            </a:lvl9pPr>
          </a:lstStyle>
          <a:p xmlns:a="http://schemas.openxmlformats.org/drawingml/2006/main">
            <a:pPr>
              <a:defRPr sz="2025" b="0">
                <a:solidFill>
                  <a:srgbClr val="A5BDC6"/>
                </a:solidFill>
                <a:latin typeface="Arial"/>
                <a:ea typeface="Arial"/>
                <a:cs typeface="Arial"/>
              </a:defRPr>
            </a:pPr>
            <a:r>
              <a:rPr sz="2025" b="0">
                <a:solidFill>
                  <a:srgbClr val="A5BDC6"/>
                </a:solidFill>
                <a:latin typeface="Arial"/>
                <a:ea typeface="Arial"/>
                <a:cs typeface="Arial"/>
              </a:rPr>
              <a:t>A local workflow for detecting damage,</a:t>
            </a:r>
          </a:p>
          <a:p xmlns:a="http://schemas.openxmlformats.org/drawingml/2006/main">
            <a:pPr>
              <a:defRPr sz="2025" b="0">
                <a:solidFill>
                  <a:srgbClr val="A5BDC6"/>
                </a:solidFill>
                <a:latin typeface="Arial"/>
                <a:ea typeface="Arial"/>
                <a:cs typeface="Arial"/>
              </a:defRPr>
            </a:pPr>
            <a:r>
              <a:rPr sz="2025" b="0">
                <a:solidFill>
                  <a:srgbClr val="A5BDC6"/>
                </a:solidFill>
                <a:latin typeface="Arial"/>
                <a:ea typeface="Arial"/>
                <a:cs typeface="Arial"/>
              </a:rPr>
              <a:t>reviewing evidence and preparing</a:t>
            </a:r>
          </a:p>
          <a:p xmlns:a="http://schemas.openxmlformats.org/drawingml/2006/main">
            <a:pPr>
              <a:defRPr sz="2025" b="0">
                <a:solidFill>
                  <a:srgbClr val="A5BDC6"/>
                </a:solidFill>
                <a:latin typeface="Arial"/>
                <a:ea typeface="Arial"/>
                <a:cs typeface="Arial"/>
              </a:defRPr>
            </a:pPr>
            <a:r>
              <a:rPr sz="2025" b="0">
                <a:solidFill>
                  <a:srgbClr val="A5BDC6"/>
                </a:solidFill>
                <a:latin typeface="Arial"/>
                <a:ea typeface="Arial"/>
                <a:cs typeface="Arial"/>
              </a:rPr>
              <a:t>better training examples.</a:t>
            </a:r>
          </a:p>
        </p:txBody>
      </p:sp>
      <p:pic>
        <p:nvPicPr>
          <p:cNvPr id="7" name="">
            <a:extLst xmlns:a="http://schemas.openxmlformats.org/drawingml/2006/main">
              <a:ext uri="{FF2B5EF4-FFF2-40B4-BE49-F238E27FC236}">
                <a16:creationId xmlns:a16="http://schemas.microsoft.com/office/drawing/2014/main" id="{945BB620-0B9C-441C-9470-B192C1AF4138}"/>
              </a:ext>
            </a:extLst>
          </p:cNvPr>
          <p:cNvPicPr>
            <a:picLocks xmlns:a="http://schemas.openxmlformats.org/drawingml/2006/main" noChangeAspect="1"/>
          </p:cNvPicPr>
          <p:nvPr/>
        </p:nvPicPr>
        <p:blipFill>
          <a:blip xmlns:r="http://schemas.openxmlformats.org/officeDocument/2006/relationships" xmlns:a="http://schemas.openxmlformats.org/drawingml/2006/main" r:embed="Rc889ed2f72d3474b"/>
          <a:srcRect xmlns:a="http://schemas.openxmlformats.org/drawingml/2006/main" l="57500" t="24500" r="1200" b="25700"/>
          <a:stretch xmlns:a="http://schemas.openxmlformats.org/drawingml/2006/main"/>
        </p:blipFill>
        <p:spPr>
          <a:xfrm xmlns:a="http://schemas.openxmlformats.org/drawingml/2006/main">
            <a:off x="6191250" y="1752600"/>
            <a:ext cx="5524500" cy="3619500"/>
          </a:xfrm>
          <a:prstGeom xmlns:a="http://schemas.openxmlformats.org/drawingml/2006/main" prst="rect">
            <a:avLst/>
          </a:prstGeom>
        </p:spPr>
      </p:pic>
      <p:sp>
        <p:nvSpPr>
          <p:cNvPr id="8" name="Original app illustration, not a model prediction">
            <a:extLst xmlns:a="http://schemas.openxmlformats.org/drawingml/2006/main">
              <a:ext uri="{FF2B5EF4-FFF2-40B4-BE49-F238E27FC236}">
                <a16:creationId xmlns:a16="http://schemas.microsoft.com/office/drawing/2014/main" id="{AA7CB3B9-D087-419F-B704-0AE88775B9AE}"/>
              </a:ext>
            </a:extLst>
          </p:cNvPr>
          <p:cNvSpPr>
            <a:spLocks xmlns:a="http://schemas.openxmlformats.org/drawingml/2006/main" noGrp="1"/>
          </p:cNvSpPr>
          <p:nvPr/>
        </p:nvSpPr>
        <p:spPr>
          <a:xfrm xmlns:a="http://schemas.openxmlformats.org/drawingml/2006/main">
            <a:off x="6286500" y="5514975"/>
            <a:ext cx="523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A5BDC6"/>
                </a:solidFill>
                <a:latin typeface="Arial"/>
                <a:ea typeface="Arial"/>
                <a:cs typeface="Arial"/>
              </a:defRPr>
            </a:defPPr>
            <a:lvl1pPr>
              <a:defRPr sz="1275" b="0">
                <a:solidFill>
                  <a:srgbClr val="A5BDC6"/>
                </a:solidFill>
                <a:latin typeface="Arial"/>
                <a:ea typeface="Arial"/>
                <a:cs typeface="Arial"/>
              </a:defRPr>
            </a:lvl1pPr>
            <a:lvl2pPr>
              <a:defRPr sz="1275" b="0">
                <a:solidFill>
                  <a:srgbClr val="A5BDC6"/>
                </a:solidFill>
                <a:latin typeface="Arial"/>
                <a:ea typeface="Arial"/>
                <a:cs typeface="Arial"/>
              </a:defRPr>
            </a:lvl2pPr>
            <a:lvl3pPr>
              <a:defRPr sz="1275" b="0">
                <a:solidFill>
                  <a:srgbClr val="A5BDC6"/>
                </a:solidFill>
                <a:latin typeface="Arial"/>
                <a:ea typeface="Arial"/>
                <a:cs typeface="Arial"/>
              </a:defRPr>
            </a:lvl3pPr>
            <a:lvl4pPr>
              <a:defRPr sz="1275" b="0">
                <a:solidFill>
                  <a:srgbClr val="A5BDC6"/>
                </a:solidFill>
                <a:latin typeface="Arial"/>
                <a:ea typeface="Arial"/>
                <a:cs typeface="Arial"/>
              </a:defRPr>
            </a:lvl4pPr>
            <a:lvl5pPr>
              <a:defRPr sz="1275" b="0">
                <a:solidFill>
                  <a:srgbClr val="A5BDC6"/>
                </a:solidFill>
                <a:latin typeface="Arial"/>
                <a:ea typeface="Arial"/>
                <a:cs typeface="Arial"/>
              </a:defRPr>
            </a:lvl5pPr>
            <a:lvl6pPr>
              <a:defRPr sz="1275" b="0">
                <a:solidFill>
                  <a:srgbClr val="A5BDC6"/>
                </a:solidFill>
                <a:latin typeface="Arial"/>
                <a:ea typeface="Arial"/>
                <a:cs typeface="Arial"/>
              </a:defRPr>
            </a:lvl6pPr>
            <a:lvl7pPr>
              <a:defRPr sz="1275" b="0">
                <a:solidFill>
                  <a:srgbClr val="A5BDC6"/>
                </a:solidFill>
                <a:latin typeface="Arial"/>
                <a:ea typeface="Arial"/>
                <a:cs typeface="Arial"/>
              </a:defRPr>
            </a:lvl7pPr>
            <a:lvl8pPr>
              <a:defRPr sz="1275" b="0">
                <a:solidFill>
                  <a:srgbClr val="A5BDC6"/>
                </a:solidFill>
                <a:latin typeface="Arial"/>
                <a:ea typeface="Arial"/>
                <a:cs typeface="Arial"/>
              </a:defRPr>
            </a:lvl8pPr>
            <a:lvl9pPr>
              <a:defRPr sz="1275" b="0">
                <a:solidFill>
                  <a:srgbClr val="A5BDC6"/>
                </a:solidFill>
                <a:latin typeface="Arial"/>
                <a:ea typeface="Arial"/>
                <a:cs typeface="Arial"/>
              </a:defRPr>
            </a:lvl9pPr>
          </a:lstStyle>
          <a:p xmlns:a="http://schemas.openxmlformats.org/drawingml/2006/main">
            <a:pPr>
              <a:defRPr sz="1275" b="0">
                <a:solidFill>
                  <a:srgbClr val="A5BDC6"/>
                </a:solidFill>
                <a:latin typeface="Arial"/>
                <a:ea typeface="Arial"/>
                <a:cs typeface="Arial"/>
              </a:defRPr>
            </a:pPr>
            <a:r>
              <a:rPr sz="1275" b="0">
                <a:solidFill>
                  <a:srgbClr val="A5BDC6"/>
                </a:solidFill>
                <a:latin typeface="Arial"/>
                <a:ea typeface="Arial"/>
                <a:cs typeface="Arial"/>
              </a:rPr>
              <a:t>Original app illustration, not a model prediction</a:t>
            </a:r>
          </a:p>
        </p:txBody>
      </p:sp>
      <p:sp>
        <p:nvSpPr>
          <p:cNvPr id="9" name="Feras Alyamani   /   Ahmed Salamah   /   Ahmed Alh">
            <a:extLst xmlns:a="http://schemas.openxmlformats.org/drawingml/2006/main">
              <a:ext uri="{FF2B5EF4-FFF2-40B4-BE49-F238E27FC236}">
                <a16:creationId xmlns:a16="http://schemas.microsoft.com/office/drawing/2014/main" id="{EEAF807F-6982-4312-9797-FD3586C6AC30}"/>
              </a:ext>
            </a:extLst>
          </p:cNvPr>
          <p:cNvSpPr>
            <a:spLocks xmlns:a="http://schemas.openxmlformats.org/drawingml/2006/main" noGrp="1"/>
          </p:cNvSpPr>
          <p:nvPr/>
        </p:nvSpPr>
        <p:spPr>
          <a:xfrm xmlns:a="http://schemas.openxmlformats.org/drawingml/2006/main">
            <a:off x="590550" y="5800725"/>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F0F5F6"/>
                </a:solidFill>
                <a:latin typeface="Arial"/>
                <a:ea typeface="Arial"/>
                <a:cs typeface="Arial"/>
              </a:defRPr>
            </a:defPPr>
            <a:lvl1pPr>
              <a:defRPr sz="1725" b="0">
                <a:solidFill>
                  <a:srgbClr val="F0F5F6"/>
                </a:solidFill>
                <a:latin typeface="Arial"/>
                <a:ea typeface="Arial"/>
                <a:cs typeface="Arial"/>
              </a:defRPr>
            </a:lvl1pPr>
            <a:lvl2pPr>
              <a:defRPr sz="1725" b="0">
                <a:solidFill>
                  <a:srgbClr val="F0F5F6"/>
                </a:solidFill>
                <a:latin typeface="Arial"/>
                <a:ea typeface="Arial"/>
                <a:cs typeface="Arial"/>
              </a:defRPr>
            </a:lvl2pPr>
            <a:lvl3pPr>
              <a:defRPr sz="1725" b="0">
                <a:solidFill>
                  <a:srgbClr val="F0F5F6"/>
                </a:solidFill>
                <a:latin typeface="Arial"/>
                <a:ea typeface="Arial"/>
                <a:cs typeface="Arial"/>
              </a:defRPr>
            </a:lvl3pPr>
            <a:lvl4pPr>
              <a:defRPr sz="1725" b="0">
                <a:solidFill>
                  <a:srgbClr val="F0F5F6"/>
                </a:solidFill>
                <a:latin typeface="Arial"/>
                <a:ea typeface="Arial"/>
                <a:cs typeface="Arial"/>
              </a:defRPr>
            </a:lvl4pPr>
            <a:lvl5pPr>
              <a:defRPr sz="1725" b="0">
                <a:solidFill>
                  <a:srgbClr val="F0F5F6"/>
                </a:solidFill>
                <a:latin typeface="Arial"/>
                <a:ea typeface="Arial"/>
                <a:cs typeface="Arial"/>
              </a:defRPr>
            </a:lvl5pPr>
            <a:lvl6pPr>
              <a:defRPr sz="1725" b="0">
                <a:solidFill>
                  <a:srgbClr val="F0F5F6"/>
                </a:solidFill>
                <a:latin typeface="Arial"/>
                <a:ea typeface="Arial"/>
                <a:cs typeface="Arial"/>
              </a:defRPr>
            </a:lvl6pPr>
            <a:lvl7pPr>
              <a:defRPr sz="1725" b="0">
                <a:solidFill>
                  <a:srgbClr val="F0F5F6"/>
                </a:solidFill>
                <a:latin typeface="Arial"/>
                <a:ea typeface="Arial"/>
                <a:cs typeface="Arial"/>
              </a:defRPr>
            </a:lvl7pPr>
            <a:lvl8pPr>
              <a:defRPr sz="1725" b="0">
                <a:solidFill>
                  <a:srgbClr val="F0F5F6"/>
                </a:solidFill>
                <a:latin typeface="Arial"/>
                <a:ea typeface="Arial"/>
                <a:cs typeface="Arial"/>
              </a:defRPr>
            </a:lvl8pPr>
            <a:lvl9pPr>
              <a:defRPr sz="1725" b="0">
                <a:solidFill>
                  <a:srgbClr val="F0F5F6"/>
                </a:solidFill>
                <a:latin typeface="Arial"/>
                <a:ea typeface="Arial"/>
                <a:cs typeface="Arial"/>
              </a:defRPr>
            </a:lvl9pPr>
          </a:lstStyle>
          <a:p xmlns:a="http://schemas.openxmlformats.org/drawingml/2006/main">
            <a:pPr>
              <a:defRPr sz="1725" b="0">
                <a:solidFill>
                  <a:srgbClr val="F0F5F6"/>
                </a:solidFill>
                <a:latin typeface="Arial"/>
                <a:ea typeface="Arial"/>
                <a:cs typeface="Arial"/>
              </a:defRPr>
            </a:pPr>
            <a:r>
              <a:rPr sz="1725" b="0">
                <a:solidFill>
                  <a:srgbClr val="F0F5F6"/>
                </a:solidFill>
                <a:latin typeface="Arial"/>
                <a:ea typeface="Arial"/>
                <a:cs typeface="Arial"/>
              </a:rPr>
              <a:t>Feras Alyamani   /   Ahmed Salamah   /   Ahmed Alhejaili</a:t>
            </a:r>
          </a:p>
        </p:txBody>
      </p:sp>
    </p:spTree>
    <p:extLst>
      <p:ext uri="{BB962C8B-B14F-4D97-AF65-F5344CB8AC3E}">
        <p14:creationId xmlns:p14="http://schemas.microsoft.com/office/powerpoint/2010/main" val="764198785"/>
      </p:ext>
    </p:extLst>
  </p:cSld>
</p:sld>
</file>

<file path=ppt/slides/slide2.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33AD9631-B747-4F7F-9056-1202334B8E93}"/>
              </a:ext>
            </a:extLst>
          </p:cNvPr>
          <p:cNvCxnSpPr>
            <a:stCxn xmlns:a="http://schemas.openxmlformats.org/drawingml/2006/main" id="16" idx="3"/>
            <a:endCxn xmlns:a="http://schemas.openxmlformats.org/drawingml/2006/main" id="19" idx="1"/>
          </p:cNvCxnSpPr>
          <p:nvPr/>
        </p:nvCxnSpPr>
        <p:spPr>
          <a:xfrm xmlns:a="http://schemas.openxmlformats.org/drawingml/2006/main">
            <a:off x="7696200" y="4729163"/>
            <a:ext cx="571500" cy="0"/>
          </a:xfrm>
          <a:prstGeom xmlns:a="http://schemas.openxmlformats.org/drawingml/2006/main" prst="straightConnector1">
            <a:avLst/>
          </a:prstGeom>
          <a:ln xmlns:a="http://schemas.openxmlformats.org/drawingml/2006/main" w="19050">
            <a:solidFill>
              <a:srgbClr val="77D6DD"/>
            </a:solidFill>
            <a:tailEnd type="triangle" w="med" len="med"/>
          </a:ln>
        </p:spPr>
      </p:cxnSp>
      <p:cxnSp>
        <p:nvCxnSpPr>
          <p:cNvPr id="22" name="">
            <a:extLst xmlns:a="http://schemas.openxmlformats.org/drawingml/2006/main">
              <a:ext uri="{FF2B5EF4-FFF2-40B4-BE49-F238E27FC236}">
                <a16:creationId xmlns:a16="http://schemas.microsoft.com/office/drawing/2014/main" id="{BE54503E-DE86-44B5-947E-7600526130D0}"/>
              </a:ext>
            </a:extLst>
          </p:cNvPr>
          <p:cNvCxnSpPr>
            <a:stCxn xmlns:a="http://schemas.openxmlformats.org/drawingml/2006/main" id="8" idx="2"/>
            <a:endCxn xmlns:a="http://schemas.openxmlformats.org/drawingml/2006/main" id="16" idx="0"/>
          </p:cNvCxnSpPr>
          <p:nvPr/>
        </p:nvCxnSpPr>
        <p:spPr>
          <a:xfrm xmlns:a="http://schemas.openxmlformats.org/drawingml/2006/main">
            <a:off x="6053138" y="3257550"/>
            <a:ext cx="0" cy="781050"/>
          </a:xfrm>
          <a:prstGeom xmlns:a="http://schemas.openxmlformats.org/drawingml/2006/main" prst="straightConnector1">
            <a:avLst/>
          </a:prstGeom>
          <a:ln xmlns:a="http://schemas.openxmlformats.org/drawingml/2006/main" w="19050">
            <a:solidFill>
              <a:srgbClr val="77D6DD"/>
            </a:solidFill>
            <a:tailEnd type="triangle" w="med" len="med"/>
          </a:ln>
        </p:spPr>
      </p:cxnSp>
      <p:cxnSp>
        <p:nvCxnSpPr>
          <p:cNvPr id="15" name="">
            <a:extLst xmlns:a="http://schemas.openxmlformats.org/drawingml/2006/main">
              <a:ext uri="{FF2B5EF4-FFF2-40B4-BE49-F238E27FC236}">
                <a16:creationId xmlns:a16="http://schemas.microsoft.com/office/drawing/2014/main" id="{8AA8D15D-75C7-4F82-958C-9317DE9368F5}"/>
              </a:ext>
            </a:extLst>
          </p:cNvPr>
          <p:cNvCxnSpPr>
            <a:stCxn xmlns:a="http://schemas.openxmlformats.org/drawingml/2006/main" id="8" idx="3"/>
            <a:endCxn xmlns:a="http://schemas.openxmlformats.org/drawingml/2006/main" id="11" idx="1"/>
          </p:cNvCxnSpPr>
          <p:nvPr/>
        </p:nvCxnSpPr>
        <p:spPr>
          <a:xfrm xmlns:a="http://schemas.openxmlformats.org/drawingml/2006/main">
            <a:off x="7696200" y="2633663"/>
            <a:ext cx="571500" cy="0"/>
          </a:xfrm>
          <a:prstGeom xmlns:a="http://schemas.openxmlformats.org/drawingml/2006/main" prst="straightConnector1">
            <a:avLst/>
          </a:prstGeom>
          <a:ln xmlns:a="http://schemas.openxmlformats.org/drawingml/2006/main" w="19050">
            <a:solidFill>
              <a:srgbClr val="77D6DD"/>
            </a:solidFill>
            <a:tailEnd type="triangle" w="med" len="med"/>
          </a:ln>
        </p:spPr>
      </p:cxnSp>
      <p:cxnSp>
        <p:nvCxnSpPr>
          <p:cNvPr id="14" name="">
            <a:extLst xmlns:a="http://schemas.openxmlformats.org/drawingml/2006/main">
              <a:ext uri="{FF2B5EF4-FFF2-40B4-BE49-F238E27FC236}">
                <a16:creationId xmlns:a16="http://schemas.microsoft.com/office/drawing/2014/main" id="{CDA15F27-30BF-42AA-BC3A-6EBE5113B737}"/>
              </a:ext>
            </a:extLst>
          </p:cNvPr>
          <p:cNvCxnSpPr>
            <a:stCxn xmlns:a="http://schemas.openxmlformats.org/drawingml/2006/main" id="5" idx="3"/>
            <a:endCxn xmlns:a="http://schemas.openxmlformats.org/drawingml/2006/main" id="8" idx="1"/>
          </p:cNvCxnSpPr>
          <p:nvPr/>
        </p:nvCxnSpPr>
        <p:spPr>
          <a:xfrm xmlns:a="http://schemas.openxmlformats.org/drawingml/2006/main">
            <a:off x="3838575" y="2633663"/>
            <a:ext cx="571500" cy="0"/>
          </a:xfrm>
          <a:prstGeom xmlns:a="http://schemas.openxmlformats.org/drawingml/2006/main" prst="straightConnector1">
            <a:avLst/>
          </a:prstGeom>
          <a:ln xmlns:a="http://schemas.openxmlformats.org/drawingml/2006/main" w="19050">
            <a:solidFill>
              <a:srgbClr val="77D6DD"/>
            </a:solidFill>
            <a:tailEnd type="triangle" w="med" len="med"/>
          </a:ln>
        </p:spPr>
      </p:cxnSp>
      <p:sp>
        <p:nvSpPr>
          <p:cNvPr id="27" name="ARCHITECTURE AND DATA FLOW">
            <a:extLst xmlns:a="http://schemas.openxmlformats.org/drawingml/2006/main">
              <a:ext uri="{FF2B5EF4-FFF2-40B4-BE49-F238E27FC236}">
                <a16:creationId xmlns:a16="http://schemas.microsoft.com/office/drawing/2014/main" id="{B3A71E5D-88A7-4AD7-9A2F-3BEBB4EBA58E}"/>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ARCHITECTURE AND DATA FLOW</a:t>
            </a:r>
          </a:p>
        </p:txBody>
      </p:sp>
      <p:sp>
        <p:nvSpPr>
          <p:cNvPr id="2" name="How the code connects">
            <a:extLst xmlns:a="http://schemas.openxmlformats.org/drawingml/2006/main">
              <a:ext uri="{FF2B5EF4-FFF2-40B4-BE49-F238E27FC236}">
                <a16:creationId xmlns:a16="http://schemas.microsoft.com/office/drawing/2014/main" id="{6AB6054F-507F-4342-AD49-7D3C02F3AF76}"/>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How the code connects</a:t>
            </a:r>
          </a:p>
        </p:txBody>
      </p:sp>
      <p:sp>
        <p:nvSpPr>
          <p:cNvPr id="3" name="RoadScan / AIEP capstone">
            <a:extLst xmlns:a="http://schemas.openxmlformats.org/drawingml/2006/main">
              <a:ext uri="{FF2B5EF4-FFF2-40B4-BE49-F238E27FC236}">
                <a16:creationId xmlns:a16="http://schemas.microsoft.com/office/drawing/2014/main" id="{A62FF309-5A28-4C21-AB9D-025C1036BC62}"/>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02">
            <a:extLst xmlns:a="http://schemas.openxmlformats.org/drawingml/2006/main">
              <a:ext uri="{FF2B5EF4-FFF2-40B4-BE49-F238E27FC236}">
                <a16:creationId xmlns:a16="http://schemas.microsoft.com/office/drawing/2014/main" id="{385D8F31-79BA-400C-B85B-DB35E536250C}"/>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B7B327EB-F293-4A49-9BC5-C92F2143F4C9}"/>
              </a:ext>
            </a:extLst>
          </p:cNvPr>
          <p:cNvSpPr>
            <a:spLocks xmlns:a="http://schemas.openxmlformats.org/drawingml/2006/main" noGrp="1"/>
          </p:cNvSpPr>
          <p:nvPr/>
        </p:nvSpPr>
        <p:spPr>
          <a:xfrm xmlns:a="http://schemas.openxmlformats.org/drawingml/2006/main">
            <a:off x="552450" y="2009775"/>
            <a:ext cx="3286125" cy="1247775"/>
          </a:xfrm>
          <a:prstGeom xmlns:a="http://schemas.openxmlformats.org/drawingml/2006/main" prst="rect">
            <a:avLst/>
          </a:prstGeom>
          <a:solidFill xmlns:a="http://schemas.openxmlformats.org/drawingml/2006/main">
            <a:srgbClr val="142830"/>
          </a:solidFill>
          <a:ln xmlns:a="http://schemas.openxmlformats.org/drawingml/2006/main" w="9525">
            <a:solidFill>
              <a:srgbClr val="36515B"/>
            </a:solidFill>
          </a:ln>
        </p:spPr>
      </p:sp>
      <p:sp>
        <p:nvSpPr>
          <p:cNvPr id="6" name="Browser">
            <a:extLst xmlns:a="http://schemas.openxmlformats.org/drawingml/2006/main">
              <a:ext uri="{FF2B5EF4-FFF2-40B4-BE49-F238E27FC236}">
                <a16:creationId xmlns:a16="http://schemas.microsoft.com/office/drawing/2014/main" id="{11A18B2B-AF9D-482B-A2B9-C30B44FF78B3}"/>
              </a:ext>
            </a:extLst>
          </p:cNvPr>
          <p:cNvSpPr>
            <a:spLocks xmlns:a="http://schemas.openxmlformats.org/drawingml/2006/main" noGrp="1"/>
          </p:cNvSpPr>
          <p:nvPr/>
        </p:nvSpPr>
        <p:spPr>
          <a:xfrm xmlns:a="http://schemas.openxmlformats.org/drawingml/2006/main">
            <a:off x="723900" y="2171700"/>
            <a:ext cx="29432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Browser</a:t>
            </a:r>
          </a:p>
        </p:txBody>
      </p:sp>
      <p:sp>
        <p:nvSpPr>
          <p:cNvPr id="7" name="React + TypeScript&#10;App.tsx / LiveRecognition.tsx">
            <a:extLst xmlns:a="http://schemas.openxmlformats.org/drawingml/2006/main">
              <a:ext uri="{FF2B5EF4-FFF2-40B4-BE49-F238E27FC236}">
                <a16:creationId xmlns:a16="http://schemas.microsoft.com/office/drawing/2014/main" id="{B491C560-053F-4438-A2BC-C75E7689103B}"/>
              </a:ext>
            </a:extLst>
          </p:cNvPr>
          <p:cNvSpPr>
            <a:spLocks xmlns:a="http://schemas.openxmlformats.org/drawingml/2006/main" noGrp="1"/>
          </p:cNvSpPr>
          <p:nvPr/>
        </p:nvSpPr>
        <p:spPr>
          <a:xfrm xmlns:a="http://schemas.openxmlformats.org/drawingml/2006/main">
            <a:off x="723900" y="2581275"/>
            <a:ext cx="29432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React + TypeScript</a:t>
            </a:r>
          </a:p>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App.tsx / LiveRecognition.tsx</a:t>
            </a:r>
          </a:p>
        </p:txBody>
      </p:sp>
      <p:sp>
        <p:nvSpPr>
          <p:cNvPr id="8" name="">
            <a:extLst xmlns:a="http://schemas.openxmlformats.org/drawingml/2006/main">
              <a:ext uri="{FF2B5EF4-FFF2-40B4-BE49-F238E27FC236}">
                <a16:creationId xmlns:a16="http://schemas.microsoft.com/office/drawing/2014/main" id="{EA6959A8-DD7F-4471-9492-4E229FD8DCEA}"/>
              </a:ext>
            </a:extLst>
          </p:cNvPr>
          <p:cNvSpPr>
            <a:spLocks xmlns:a="http://schemas.openxmlformats.org/drawingml/2006/main" noGrp="1"/>
          </p:cNvSpPr>
          <p:nvPr/>
        </p:nvSpPr>
        <p:spPr>
          <a:xfrm xmlns:a="http://schemas.openxmlformats.org/drawingml/2006/main">
            <a:off x="4410075" y="2009775"/>
            <a:ext cx="3286125" cy="1247775"/>
          </a:xfrm>
          <a:prstGeom xmlns:a="http://schemas.openxmlformats.org/drawingml/2006/main" prst="rect">
            <a:avLst/>
          </a:prstGeom>
          <a:solidFill xmlns:a="http://schemas.openxmlformats.org/drawingml/2006/main">
            <a:srgbClr val="142830"/>
          </a:solidFill>
          <a:ln xmlns:a="http://schemas.openxmlformats.org/drawingml/2006/main" w="9525">
            <a:solidFill>
              <a:srgbClr val="36515B"/>
            </a:solidFill>
          </a:ln>
        </p:spPr>
      </p:sp>
      <p:sp>
        <p:nvSpPr>
          <p:cNvPr id="9" name="Request boundary">
            <a:extLst xmlns:a="http://schemas.openxmlformats.org/drawingml/2006/main">
              <a:ext uri="{FF2B5EF4-FFF2-40B4-BE49-F238E27FC236}">
                <a16:creationId xmlns:a16="http://schemas.microsoft.com/office/drawing/2014/main" id="{3C26864F-0075-4867-B26D-6DC6298B4424}"/>
              </a:ext>
            </a:extLst>
          </p:cNvPr>
          <p:cNvSpPr>
            <a:spLocks xmlns:a="http://schemas.openxmlformats.org/drawingml/2006/main" noGrp="1"/>
          </p:cNvSpPr>
          <p:nvPr/>
        </p:nvSpPr>
        <p:spPr>
          <a:xfrm xmlns:a="http://schemas.openxmlformats.org/drawingml/2006/main">
            <a:off x="4581525" y="2171700"/>
            <a:ext cx="29432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Request boundary</a:t>
            </a:r>
          </a:p>
        </p:txBody>
      </p:sp>
      <p:sp>
        <p:nvSpPr>
          <p:cNvPr id="10" name="FastAPI / api.py&#10;Input validation + access checks">
            <a:extLst xmlns:a="http://schemas.openxmlformats.org/drawingml/2006/main">
              <a:ext uri="{FF2B5EF4-FFF2-40B4-BE49-F238E27FC236}">
                <a16:creationId xmlns:a16="http://schemas.microsoft.com/office/drawing/2014/main" id="{518BD2DB-5025-4C7E-B857-70A529C8341E}"/>
              </a:ext>
            </a:extLst>
          </p:cNvPr>
          <p:cNvSpPr>
            <a:spLocks xmlns:a="http://schemas.openxmlformats.org/drawingml/2006/main" noGrp="1"/>
          </p:cNvSpPr>
          <p:nvPr/>
        </p:nvSpPr>
        <p:spPr>
          <a:xfrm xmlns:a="http://schemas.openxmlformats.org/drawingml/2006/main">
            <a:off x="4581525" y="2581275"/>
            <a:ext cx="29432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FastAPI / api.py</a:t>
            </a:r>
          </a:p>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Input validation + access checks</a:t>
            </a:r>
          </a:p>
        </p:txBody>
      </p:sp>
      <p:sp>
        <p:nvSpPr>
          <p:cNvPr id="11" name="">
            <a:extLst xmlns:a="http://schemas.openxmlformats.org/drawingml/2006/main">
              <a:ext uri="{FF2B5EF4-FFF2-40B4-BE49-F238E27FC236}">
                <a16:creationId xmlns:a16="http://schemas.microsoft.com/office/drawing/2014/main" id="{648D5C7A-E280-4158-8114-946EEAAE9AB3}"/>
              </a:ext>
            </a:extLst>
          </p:cNvPr>
          <p:cNvSpPr>
            <a:spLocks xmlns:a="http://schemas.openxmlformats.org/drawingml/2006/main" noGrp="1"/>
          </p:cNvSpPr>
          <p:nvPr/>
        </p:nvSpPr>
        <p:spPr>
          <a:xfrm xmlns:a="http://schemas.openxmlformats.org/drawingml/2006/main">
            <a:off x="8267700" y="2009775"/>
            <a:ext cx="3371850" cy="1247775"/>
          </a:xfrm>
          <a:prstGeom xmlns:a="http://schemas.openxmlformats.org/drawingml/2006/main" prst="rect">
            <a:avLst/>
          </a:prstGeom>
          <a:solidFill xmlns:a="http://schemas.openxmlformats.org/drawingml/2006/main">
            <a:srgbClr val="142830"/>
          </a:solidFill>
          <a:ln xmlns:a="http://schemas.openxmlformats.org/drawingml/2006/main" w="9525">
            <a:solidFill>
              <a:srgbClr val="36515B"/>
            </a:solidFill>
          </a:ln>
        </p:spPr>
      </p:sp>
      <p:sp>
        <p:nvSpPr>
          <p:cNvPr id="12" name="Local inference">
            <a:extLst xmlns:a="http://schemas.openxmlformats.org/drawingml/2006/main">
              <a:ext uri="{FF2B5EF4-FFF2-40B4-BE49-F238E27FC236}">
                <a16:creationId xmlns:a16="http://schemas.microsoft.com/office/drawing/2014/main" id="{DE95BDC5-C17F-4C05-80D2-8418C0861AFD}"/>
              </a:ext>
            </a:extLst>
          </p:cNvPr>
          <p:cNvSpPr>
            <a:spLocks xmlns:a="http://schemas.openxmlformats.org/drawingml/2006/main" noGrp="1"/>
          </p:cNvSpPr>
          <p:nvPr/>
        </p:nvSpPr>
        <p:spPr>
          <a:xfrm xmlns:a="http://schemas.openxmlformats.org/drawingml/2006/main">
            <a:off x="8439150" y="2171700"/>
            <a:ext cx="3028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Local inference</a:t>
            </a:r>
          </a:p>
        </p:txBody>
      </p:sp>
      <p:sp>
        <p:nvSpPr>
          <p:cNvPr id="13" name="model_library.py / inference.py&#10;Selected checkpoin">
            <a:extLst xmlns:a="http://schemas.openxmlformats.org/drawingml/2006/main">
              <a:ext uri="{FF2B5EF4-FFF2-40B4-BE49-F238E27FC236}">
                <a16:creationId xmlns:a16="http://schemas.microsoft.com/office/drawing/2014/main" id="{657D3A4A-B860-49B6-81FB-512489DF7948}"/>
              </a:ext>
            </a:extLst>
          </p:cNvPr>
          <p:cNvSpPr>
            <a:spLocks xmlns:a="http://schemas.openxmlformats.org/drawingml/2006/main" noGrp="1"/>
          </p:cNvSpPr>
          <p:nvPr/>
        </p:nvSpPr>
        <p:spPr>
          <a:xfrm xmlns:a="http://schemas.openxmlformats.org/drawingml/2006/main">
            <a:off x="8439150" y="2581275"/>
            <a:ext cx="3028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model_library.py / inference.py</a:t>
            </a:r>
          </a:p>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Selected checkpoint + boxes</a:t>
            </a:r>
          </a:p>
        </p:txBody>
      </p:sp>
      <p:sp>
        <p:nvSpPr>
          <p:cNvPr id="16" name="">
            <a:extLst xmlns:a="http://schemas.openxmlformats.org/drawingml/2006/main">
              <a:ext uri="{FF2B5EF4-FFF2-40B4-BE49-F238E27FC236}">
                <a16:creationId xmlns:a16="http://schemas.microsoft.com/office/drawing/2014/main" id="{673B67B0-A321-4003-A667-733F0F07B80D}"/>
              </a:ext>
            </a:extLst>
          </p:cNvPr>
          <p:cNvSpPr>
            <a:spLocks xmlns:a="http://schemas.openxmlformats.org/drawingml/2006/main" noGrp="1"/>
          </p:cNvSpPr>
          <p:nvPr/>
        </p:nvSpPr>
        <p:spPr>
          <a:xfrm xmlns:a="http://schemas.openxmlformats.org/drawingml/2006/main">
            <a:off x="4410075" y="4038600"/>
            <a:ext cx="3286125" cy="1381125"/>
          </a:xfrm>
          <a:prstGeom xmlns:a="http://schemas.openxmlformats.org/drawingml/2006/main" prst="rect">
            <a:avLst/>
          </a:prstGeom>
          <a:solidFill xmlns:a="http://schemas.openxmlformats.org/drawingml/2006/main">
            <a:srgbClr val="142830"/>
          </a:solidFill>
          <a:ln xmlns:a="http://schemas.openxmlformats.org/drawingml/2006/main" w="9525">
            <a:solidFill>
              <a:srgbClr val="36515B"/>
            </a:solidFill>
          </a:ln>
        </p:spPr>
      </p:sp>
      <p:sp>
        <p:nvSpPr>
          <p:cNvPr id="17" name="Saved report + review">
            <a:extLst xmlns:a="http://schemas.openxmlformats.org/drawingml/2006/main">
              <a:ext uri="{FF2B5EF4-FFF2-40B4-BE49-F238E27FC236}">
                <a16:creationId xmlns:a16="http://schemas.microsoft.com/office/drawing/2014/main" id="{2766E25C-AB66-4B06-92C3-13E7947D1A16}"/>
              </a:ext>
            </a:extLst>
          </p:cNvPr>
          <p:cNvSpPr>
            <a:spLocks xmlns:a="http://schemas.openxmlformats.org/drawingml/2006/main" noGrp="1"/>
          </p:cNvSpPr>
          <p:nvPr/>
        </p:nvSpPr>
        <p:spPr>
          <a:xfrm xmlns:a="http://schemas.openxmlformats.org/drawingml/2006/main">
            <a:off x="4581525" y="4200525"/>
            <a:ext cx="29432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Saved report + review</a:t>
            </a:r>
          </a:p>
        </p:txBody>
      </p:sp>
      <p:sp>
        <p:nvSpPr>
          <p:cNvPr id="18" name="core.py / review.py / workflow.py&#10;SQLite, image fi">
            <a:extLst xmlns:a="http://schemas.openxmlformats.org/drawingml/2006/main">
              <a:ext uri="{FF2B5EF4-FFF2-40B4-BE49-F238E27FC236}">
                <a16:creationId xmlns:a16="http://schemas.microsoft.com/office/drawing/2014/main" id="{7317B029-AAFE-4F3F-ABB9-60E02EA4FA61}"/>
              </a:ext>
            </a:extLst>
          </p:cNvPr>
          <p:cNvSpPr>
            <a:spLocks xmlns:a="http://schemas.openxmlformats.org/drawingml/2006/main" noGrp="1"/>
          </p:cNvSpPr>
          <p:nvPr/>
        </p:nvSpPr>
        <p:spPr>
          <a:xfrm xmlns:a="http://schemas.openxmlformats.org/drawingml/2006/main">
            <a:off x="4581525" y="4610100"/>
            <a:ext cx="29432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core.py / review.py / workflow.py</a:t>
            </a:r>
          </a:p>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SQLite, image files, audit history</a:t>
            </a:r>
          </a:p>
        </p:txBody>
      </p:sp>
      <p:sp>
        <p:nvSpPr>
          <p:cNvPr id="19" name="">
            <a:extLst xmlns:a="http://schemas.openxmlformats.org/drawingml/2006/main">
              <a:ext uri="{FF2B5EF4-FFF2-40B4-BE49-F238E27FC236}">
                <a16:creationId xmlns:a16="http://schemas.microsoft.com/office/drawing/2014/main" id="{9EA02F20-4B38-4E06-838A-0C83770D2327}"/>
              </a:ext>
            </a:extLst>
          </p:cNvPr>
          <p:cNvSpPr>
            <a:spLocks xmlns:a="http://schemas.openxmlformats.org/drawingml/2006/main" noGrp="1"/>
          </p:cNvSpPr>
          <p:nvPr/>
        </p:nvSpPr>
        <p:spPr>
          <a:xfrm xmlns:a="http://schemas.openxmlformats.org/drawingml/2006/main">
            <a:off x="8267700" y="4038600"/>
            <a:ext cx="3371850" cy="1381125"/>
          </a:xfrm>
          <a:prstGeom xmlns:a="http://schemas.openxmlformats.org/drawingml/2006/main" prst="rect">
            <a:avLst/>
          </a:prstGeom>
          <a:solidFill xmlns:a="http://schemas.openxmlformats.org/drawingml/2006/main">
            <a:srgbClr val="142830"/>
          </a:solidFill>
          <a:ln xmlns:a="http://schemas.openxmlformats.org/drawingml/2006/main" w="9525">
            <a:solidFill>
              <a:srgbClr val="36515B"/>
            </a:solidFill>
          </a:ln>
        </p:spPr>
      </p:sp>
      <p:sp>
        <p:nvSpPr>
          <p:cNvPr id="20" name="Approved export">
            <a:extLst xmlns:a="http://schemas.openxmlformats.org/drawingml/2006/main">
              <a:ext uri="{FF2B5EF4-FFF2-40B4-BE49-F238E27FC236}">
                <a16:creationId xmlns:a16="http://schemas.microsoft.com/office/drawing/2014/main" id="{389BCDD1-4C6D-4D33-B550-DEF8EC0D64F6}"/>
              </a:ext>
            </a:extLst>
          </p:cNvPr>
          <p:cNvSpPr>
            <a:spLocks xmlns:a="http://schemas.openxmlformats.org/drawingml/2006/main" noGrp="1"/>
          </p:cNvSpPr>
          <p:nvPr/>
        </p:nvSpPr>
        <p:spPr>
          <a:xfrm xmlns:a="http://schemas.openxmlformats.org/drawingml/2006/main">
            <a:off x="8439150" y="4200525"/>
            <a:ext cx="3028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Approved export</a:t>
            </a:r>
          </a:p>
        </p:txBody>
      </p:sp>
      <p:sp>
        <p:nvSpPr>
          <p:cNvPr id="21" name="training_data.py&#10;Images, labels, splits, provenanc">
            <a:extLst xmlns:a="http://schemas.openxmlformats.org/drawingml/2006/main">
              <a:ext uri="{FF2B5EF4-FFF2-40B4-BE49-F238E27FC236}">
                <a16:creationId xmlns:a16="http://schemas.microsoft.com/office/drawing/2014/main" id="{084B3A72-1C8D-40C3-925B-0BCE2EE8C216}"/>
              </a:ext>
            </a:extLst>
          </p:cNvPr>
          <p:cNvSpPr>
            <a:spLocks xmlns:a="http://schemas.openxmlformats.org/drawingml/2006/main" noGrp="1"/>
          </p:cNvSpPr>
          <p:nvPr/>
        </p:nvSpPr>
        <p:spPr>
          <a:xfrm xmlns:a="http://schemas.openxmlformats.org/drawingml/2006/main">
            <a:off x="8439150" y="4610100"/>
            <a:ext cx="30289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training_data.py</a:t>
            </a:r>
          </a:p>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Images, labels, splits, provenance</a:t>
            </a:r>
          </a:p>
        </p:txBody>
      </p:sp>
      <p:sp>
        <p:nvSpPr>
          <p:cNvPr id="24" name="Temporary frames">
            <a:extLst xmlns:a="http://schemas.openxmlformats.org/drawingml/2006/main">
              <a:ext uri="{FF2B5EF4-FFF2-40B4-BE49-F238E27FC236}">
                <a16:creationId xmlns:a16="http://schemas.microsoft.com/office/drawing/2014/main" id="{F670F970-4137-4478-B598-9E2DF5953C63}"/>
              </a:ext>
            </a:extLst>
          </p:cNvPr>
          <p:cNvSpPr>
            <a:spLocks xmlns:a="http://schemas.openxmlformats.org/drawingml/2006/main" noGrp="1"/>
          </p:cNvSpPr>
          <p:nvPr/>
        </p:nvSpPr>
        <p:spPr>
          <a:xfrm xmlns:a="http://schemas.openxmlformats.org/drawingml/2006/main">
            <a:off x="552450" y="4086225"/>
            <a:ext cx="3286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77D6DD"/>
                </a:solidFill>
                <a:latin typeface="Arial"/>
                <a:ea typeface="Arial"/>
                <a:cs typeface="Arial"/>
              </a:defRPr>
            </a:defPPr>
            <a:lvl1pPr>
              <a:defRPr sz="2175" b="1">
                <a:solidFill>
                  <a:srgbClr val="77D6DD"/>
                </a:solidFill>
                <a:latin typeface="Arial"/>
                <a:ea typeface="Arial"/>
                <a:cs typeface="Arial"/>
              </a:defRPr>
            </a:lvl1pPr>
            <a:lvl2pPr>
              <a:defRPr sz="2175" b="1">
                <a:solidFill>
                  <a:srgbClr val="77D6DD"/>
                </a:solidFill>
                <a:latin typeface="Arial"/>
                <a:ea typeface="Arial"/>
                <a:cs typeface="Arial"/>
              </a:defRPr>
            </a:lvl2pPr>
            <a:lvl3pPr>
              <a:defRPr sz="2175" b="1">
                <a:solidFill>
                  <a:srgbClr val="77D6DD"/>
                </a:solidFill>
                <a:latin typeface="Arial"/>
                <a:ea typeface="Arial"/>
                <a:cs typeface="Arial"/>
              </a:defRPr>
            </a:lvl3pPr>
            <a:lvl4pPr>
              <a:defRPr sz="2175" b="1">
                <a:solidFill>
                  <a:srgbClr val="77D6DD"/>
                </a:solidFill>
                <a:latin typeface="Arial"/>
                <a:ea typeface="Arial"/>
                <a:cs typeface="Arial"/>
              </a:defRPr>
            </a:lvl4pPr>
            <a:lvl5pPr>
              <a:defRPr sz="2175" b="1">
                <a:solidFill>
                  <a:srgbClr val="77D6DD"/>
                </a:solidFill>
                <a:latin typeface="Arial"/>
                <a:ea typeface="Arial"/>
                <a:cs typeface="Arial"/>
              </a:defRPr>
            </a:lvl5pPr>
            <a:lvl6pPr>
              <a:defRPr sz="2175" b="1">
                <a:solidFill>
                  <a:srgbClr val="77D6DD"/>
                </a:solidFill>
                <a:latin typeface="Arial"/>
                <a:ea typeface="Arial"/>
                <a:cs typeface="Arial"/>
              </a:defRPr>
            </a:lvl6pPr>
            <a:lvl7pPr>
              <a:defRPr sz="2175" b="1">
                <a:solidFill>
                  <a:srgbClr val="77D6DD"/>
                </a:solidFill>
                <a:latin typeface="Arial"/>
                <a:ea typeface="Arial"/>
                <a:cs typeface="Arial"/>
              </a:defRPr>
            </a:lvl7pPr>
            <a:lvl8pPr>
              <a:defRPr sz="2175" b="1">
                <a:solidFill>
                  <a:srgbClr val="77D6DD"/>
                </a:solidFill>
                <a:latin typeface="Arial"/>
                <a:ea typeface="Arial"/>
                <a:cs typeface="Arial"/>
              </a:defRPr>
            </a:lvl8pPr>
            <a:lvl9pPr>
              <a:defRPr sz="2175" b="1">
                <a:solidFill>
                  <a:srgbClr val="77D6DD"/>
                </a:solidFill>
                <a:latin typeface="Arial"/>
                <a:ea typeface="Arial"/>
                <a:cs typeface="Arial"/>
              </a:defRPr>
            </a:lvl9pPr>
          </a:lstStyle>
          <a:p xmlns:a="http://schemas.openxmlformats.org/drawingml/2006/main">
            <a:pPr>
              <a:defRPr sz="2175" b="1">
                <a:solidFill>
                  <a:srgbClr val="77D6DD"/>
                </a:solidFill>
                <a:latin typeface="Arial"/>
                <a:ea typeface="Arial"/>
                <a:cs typeface="Arial"/>
              </a:defRPr>
            </a:pPr>
            <a:r>
              <a:rPr sz="2175" b="1">
                <a:solidFill>
                  <a:srgbClr val="77D6DD"/>
                </a:solidFill>
                <a:latin typeface="Arial"/>
                <a:ea typeface="Arial"/>
                <a:cs typeface="Arial"/>
              </a:rPr>
              <a:t>Temporary frames</a:t>
            </a:r>
          </a:p>
        </p:txBody>
      </p:sp>
      <p:sp>
        <p:nvSpPr>
          <p:cNvPr id="25" name="/api/recognize&#10;persisted: false&#10;Save a frame expli">
            <a:extLst xmlns:a="http://schemas.openxmlformats.org/drawingml/2006/main">
              <a:ext uri="{FF2B5EF4-FFF2-40B4-BE49-F238E27FC236}">
                <a16:creationId xmlns:a16="http://schemas.microsoft.com/office/drawing/2014/main" id="{6681EF0A-02C0-4426-B34A-336DBE6C7DF5}"/>
              </a:ext>
            </a:extLst>
          </p:cNvPr>
          <p:cNvSpPr>
            <a:spLocks xmlns:a="http://schemas.openxmlformats.org/drawingml/2006/main" noGrp="1"/>
          </p:cNvSpPr>
          <p:nvPr/>
        </p:nvSpPr>
        <p:spPr>
          <a:xfrm xmlns:a="http://schemas.openxmlformats.org/drawingml/2006/main">
            <a:off x="552450" y="4533900"/>
            <a:ext cx="32861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A5BDC6"/>
                </a:solidFill>
                <a:latin typeface="Arial"/>
                <a:ea typeface="Arial"/>
                <a:cs typeface="Arial"/>
              </a:defRPr>
            </a:defPPr>
            <a:lvl1pPr>
              <a:defRPr sz="1650" b="0">
                <a:solidFill>
                  <a:srgbClr val="A5BDC6"/>
                </a:solidFill>
                <a:latin typeface="Arial"/>
                <a:ea typeface="Arial"/>
                <a:cs typeface="Arial"/>
              </a:defRPr>
            </a:lvl1pPr>
            <a:lvl2pPr>
              <a:defRPr sz="1650" b="0">
                <a:solidFill>
                  <a:srgbClr val="A5BDC6"/>
                </a:solidFill>
                <a:latin typeface="Arial"/>
                <a:ea typeface="Arial"/>
                <a:cs typeface="Arial"/>
              </a:defRPr>
            </a:lvl2pPr>
            <a:lvl3pPr>
              <a:defRPr sz="1650" b="0">
                <a:solidFill>
                  <a:srgbClr val="A5BDC6"/>
                </a:solidFill>
                <a:latin typeface="Arial"/>
                <a:ea typeface="Arial"/>
                <a:cs typeface="Arial"/>
              </a:defRPr>
            </a:lvl3pPr>
            <a:lvl4pPr>
              <a:defRPr sz="1650" b="0">
                <a:solidFill>
                  <a:srgbClr val="A5BDC6"/>
                </a:solidFill>
                <a:latin typeface="Arial"/>
                <a:ea typeface="Arial"/>
                <a:cs typeface="Arial"/>
              </a:defRPr>
            </a:lvl4pPr>
            <a:lvl5pPr>
              <a:defRPr sz="1650" b="0">
                <a:solidFill>
                  <a:srgbClr val="A5BDC6"/>
                </a:solidFill>
                <a:latin typeface="Arial"/>
                <a:ea typeface="Arial"/>
                <a:cs typeface="Arial"/>
              </a:defRPr>
            </a:lvl5pPr>
            <a:lvl6pPr>
              <a:defRPr sz="1650" b="0">
                <a:solidFill>
                  <a:srgbClr val="A5BDC6"/>
                </a:solidFill>
                <a:latin typeface="Arial"/>
                <a:ea typeface="Arial"/>
                <a:cs typeface="Arial"/>
              </a:defRPr>
            </a:lvl6pPr>
            <a:lvl7pPr>
              <a:defRPr sz="1650" b="0">
                <a:solidFill>
                  <a:srgbClr val="A5BDC6"/>
                </a:solidFill>
                <a:latin typeface="Arial"/>
                <a:ea typeface="Arial"/>
                <a:cs typeface="Arial"/>
              </a:defRPr>
            </a:lvl7pPr>
            <a:lvl8pPr>
              <a:defRPr sz="1650" b="0">
                <a:solidFill>
                  <a:srgbClr val="A5BDC6"/>
                </a:solidFill>
                <a:latin typeface="Arial"/>
                <a:ea typeface="Arial"/>
                <a:cs typeface="Arial"/>
              </a:defRPr>
            </a:lvl8pPr>
            <a:lvl9pPr>
              <a:defRPr sz="1650" b="0">
                <a:solidFill>
                  <a:srgbClr val="A5BDC6"/>
                </a:solidFill>
                <a:latin typeface="Arial"/>
                <a:ea typeface="Arial"/>
                <a:cs typeface="Arial"/>
              </a:defRPr>
            </a:lvl9pPr>
          </a:lstStyle>
          <a:p xmlns:a="http://schemas.openxmlformats.org/drawingml/2006/main">
            <a:pPr>
              <a:defRPr sz="1650" b="0">
                <a:solidFill>
                  <a:srgbClr val="A5BDC6"/>
                </a:solidFill>
                <a:latin typeface="Arial"/>
                <a:ea typeface="Arial"/>
                <a:cs typeface="Arial"/>
              </a:defRPr>
            </a:pPr>
            <a:r>
              <a:rPr sz="1650" b="0">
                <a:solidFill>
                  <a:srgbClr val="A5BDC6"/>
                </a:solidFill>
                <a:latin typeface="Arial"/>
                <a:ea typeface="Arial"/>
                <a:cs typeface="Arial"/>
              </a:rPr>
              <a:t>/api/recognize</a:t>
            </a:r>
          </a:p>
          <a:p xmlns:a="http://schemas.openxmlformats.org/drawingml/2006/main">
            <a:pPr>
              <a:defRPr sz="1650" b="0">
                <a:solidFill>
                  <a:srgbClr val="A5BDC6"/>
                </a:solidFill>
                <a:latin typeface="Arial"/>
                <a:ea typeface="Arial"/>
                <a:cs typeface="Arial"/>
              </a:defRPr>
            </a:pPr>
            <a:r>
              <a:rPr sz="1650" b="0">
                <a:solidFill>
                  <a:srgbClr val="A5BDC6"/>
                </a:solidFill>
                <a:latin typeface="Arial"/>
                <a:ea typeface="Arial"/>
                <a:cs typeface="Arial"/>
              </a:rPr>
              <a:t>persisted: false</a:t>
            </a:r>
          </a:p>
          <a:p xmlns:a="http://schemas.openxmlformats.org/drawingml/2006/main">
            <a:pPr>
              <a:defRPr sz="1650" b="0">
                <a:solidFill>
                  <a:srgbClr val="A5BDC6"/>
                </a:solidFill>
                <a:latin typeface="Arial"/>
                <a:ea typeface="Arial"/>
                <a:cs typeface="Arial"/>
              </a:defRPr>
            </a:pPr>
            <a:r>
              <a:rPr sz="1650" b="0">
                <a:solidFill>
                  <a:srgbClr val="A5BDC6"/>
                </a:solidFill>
                <a:latin typeface="Arial"/>
                <a:ea typeface="Arial"/>
                <a:cs typeface="Arial"/>
              </a:rPr>
              <a:t>Save a frame explicitly to report it.</a:t>
            </a:r>
          </a:p>
        </p:txBody>
      </p:sp>
      <p:sp>
        <p:nvSpPr>
          <p:cNvPr id="26" name="Model prediction stays separate from the reviewer’">
            <a:extLst xmlns:a="http://schemas.openxmlformats.org/drawingml/2006/main">
              <a:ext uri="{FF2B5EF4-FFF2-40B4-BE49-F238E27FC236}">
                <a16:creationId xmlns:a16="http://schemas.microsoft.com/office/drawing/2014/main" id="{0CCE55FA-85F7-4169-B487-87B75DE4297C}"/>
              </a:ext>
            </a:extLst>
          </p:cNvPr>
          <p:cNvSpPr>
            <a:spLocks xmlns:a="http://schemas.openxmlformats.org/drawingml/2006/main" noGrp="1"/>
          </p:cNvSpPr>
          <p:nvPr/>
        </p:nvSpPr>
        <p:spPr>
          <a:xfrm xmlns:a="http://schemas.openxmlformats.org/drawingml/2006/main">
            <a:off x="552450" y="5829300"/>
            <a:ext cx="1095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DCFA6B"/>
                </a:solidFill>
                <a:latin typeface="Arial"/>
                <a:ea typeface="Arial"/>
                <a:cs typeface="Arial"/>
              </a:defRPr>
            </a:defPPr>
            <a:lvl1pPr>
              <a:defRPr sz="1950" b="1">
                <a:solidFill>
                  <a:srgbClr val="DCFA6B"/>
                </a:solidFill>
                <a:latin typeface="Arial"/>
                <a:ea typeface="Arial"/>
                <a:cs typeface="Arial"/>
              </a:defRPr>
            </a:lvl1pPr>
            <a:lvl2pPr>
              <a:defRPr sz="1950" b="1">
                <a:solidFill>
                  <a:srgbClr val="DCFA6B"/>
                </a:solidFill>
                <a:latin typeface="Arial"/>
                <a:ea typeface="Arial"/>
                <a:cs typeface="Arial"/>
              </a:defRPr>
            </a:lvl2pPr>
            <a:lvl3pPr>
              <a:defRPr sz="1950" b="1">
                <a:solidFill>
                  <a:srgbClr val="DCFA6B"/>
                </a:solidFill>
                <a:latin typeface="Arial"/>
                <a:ea typeface="Arial"/>
                <a:cs typeface="Arial"/>
              </a:defRPr>
            </a:lvl3pPr>
            <a:lvl4pPr>
              <a:defRPr sz="1950" b="1">
                <a:solidFill>
                  <a:srgbClr val="DCFA6B"/>
                </a:solidFill>
                <a:latin typeface="Arial"/>
                <a:ea typeface="Arial"/>
                <a:cs typeface="Arial"/>
              </a:defRPr>
            </a:lvl4pPr>
            <a:lvl5pPr>
              <a:defRPr sz="1950" b="1">
                <a:solidFill>
                  <a:srgbClr val="DCFA6B"/>
                </a:solidFill>
                <a:latin typeface="Arial"/>
                <a:ea typeface="Arial"/>
                <a:cs typeface="Arial"/>
              </a:defRPr>
            </a:lvl5pPr>
            <a:lvl6pPr>
              <a:defRPr sz="1950" b="1">
                <a:solidFill>
                  <a:srgbClr val="DCFA6B"/>
                </a:solidFill>
                <a:latin typeface="Arial"/>
                <a:ea typeface="Arial"/>
                <a:cs typeface="Arial"/>
              </a:defRPr>
            </a:lvl6pPr>
            <a:lvl7pPr>
              <a:defRPr sz="1950" b="1">
                <a:solidFill>
                  <a:srgbClr val="DCFA6B"/>
                </a:solidFill>
                <a:latin typeface="Arial"/>
                <a:ea typeface="Arial"/>
                <a:cs typeface="Arial"/>
              </a:defRPr>
            </a:lvl7pPr>
            <a:lvl8pPr>
              <a:defRPr sz="1950" b="1">
                <a:solidFill>
                  <a:srgbClr val="DCFA6B"/>
                </a:solidFill>
                <a:latin typeface="Arial"/>
                <a:ea typeface="Arial"/>
                <a:cs typeface="Arial"/>
              </a:defRPr>
            </a:lvl8pPr>
            <a:lvl9pPr>
              <a:defRPr sz="1950" b="1">
                <a:solidFill>
                  <a:srgbClr val="DCFA6B"/>
                </a:solidFill>
                <a:latin typeface="Arial"/>
                <a:ea typeface="Arial"/>
                <a:cs typeface="Arial"/>
              </a:defRPr>
            </a:lvl9pPr>
          </a:lstStyle>
          <a:p xmlns:a="http://schemas.openxmlformats.org/drawingml/2006/main">
            <a:pPr>
              <a:defRPr sz="1950" b="1">
                <a:solidFill>
                  <a:srgbClr val="DCFA6B"/>
                </a:solidFill>
                <a:latin typeface="Arial"/>
                <a:ea typeface="Arial"/>
                <a:cs typeface="Arial"/>
              </a:defRPr>
            </a:pPr>
            <a:r>
              <a:rPr sz="1950" b="1">
                <a:solidFill>
                  <a:srgbClr val="DCFA6B"/>
                </a:solidFill>
                <a:latin typeface="Arial"/>
                <a:ea typeface="Arial"/>
                <a:cs typeface="Arial"/>
              </a:rPr>
              <a:t>Model prediction stays separate from the reviewer’s final decision.</a:t>
            </a:r>
          </a:p>
        </p:txBody>
      </p:sp>
    </p:spTree>
    <p:extLst>
      <p:ext uri="{BB962C8B-B14F-4D97-AF65-F5344CB8AC3E}">
        <p14:creationId xmlns:p14="http://schemas.microsoft.com/office/powerpoint/2010/main" val="241103092"/>
      </p:ext>
    </p:extLst>
  </p:cSld>
</p:sld>
</file>

<file path=ppt/slides/slide3.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sp>
        <p:nvSpPr>
          <p:cNvPr id="12" name="REVIEW AND MODEL COMPARISON">
            <a:extLst xmlns:a="http://schemas.openxmlformats.org/drawingml/2006/main">
              <a:ext uri="{FF2B5EF4-FFF2-40B4-BE49-F238E27FC236}">
                <a16:creationId xmlns:a16="http://schemas.microsoft.com/office/drawing/2014/main" id="{B99838E7-2464-49DE-8F2C-73F8D79BA9AF}"/>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REVIEW AND MODEL COMPARISON</a:t>
            </a:r>
          </a:p>
        </p:txBody>
      </p:sp>
      <p:sp>
        <p:nvSpPr>
          <p:cNvPr id="2" name="A person makes the final call">
            <a:extLst xmlns:a="http://schemas.openxmlformats.org/drawingml/2006/main">
              <a:ext uri="{FF2B5EF4-FFF2-40B4-BE49-F238E27FC236}">
                <a16:creationId xmlns:a16="http://schemas.microsoft.com/office/drawing/2014/main" id="{ADBB0967-DC3F-4692-B7EC-805D6AB591C0}"/>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A person makes the final call</a:t>
            </a:r>
          </a:p>
        </p:txBody>
      </p:sp>
      <p:sp>
        <p:nvSpPr>
          <p:cNvPr id="3" name="RoadScan / AIEP capstone">
            <a:extLst xmlns:a="http://schemas.openxmlformats.org/drawingml/2006/main">
              <a:ext uri="{FF2B5EF4-FFF2-40B4-BE49-F238E27FC236}">
                <a16:creationId xmlns:a16="http://schemas.microsoft.com/office/drawing/2014/main" id="{5A7184B1-011B-438F-A0EB-7E16B175C418}"/>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03">
            <a:extLst xmlns:a="http://schemas.openxmlformats.org/drawingml/2006/main">
              <a:ext uri="{FF2B5EF4-FFF2-40B4-BE49-F238E27FC236}">
                <a16:creationId xmlns:a16="http://schemas.microsoft.com/office/drawing/2014/main" id="{F2CDE979-A287-414B-8299-5110296D832D}"/>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03</a:t>
            </a:r>
          </a:p>
        </p:txBody>
      </p:sp>
      <p:sp>
        <p:nvSpPr>
          <p:cNvPr id="5" name="01  Inspect the boxes">
            <a:extLst xmlns:a="http://schemas.openxmlformats.org/drawingml/2006/main">
              <a:ext uri="{FF2B5EF4-FFF2-40B4-BE49-F238E27FC236}">
                <a16:creationId xmlns:a16="http://schemas.microsoft.com/office/drawing/2014/main" id="{9A04CF05-3E71-4367-A415-3657C53239AB}"/>
              </a:ext>
            </a:extLst>
          </p:cNvPr>
          <p:cNvSpPr>
            <a:spLocks xmlns:a="http://schemas.openxmlformats.org/drawingml/2006/main" noGrp="1"/>
          </p:cNvSpPr>
          <p:nvPr/>
        </p:nvSpPr>
        <p:spPr>
          <a:xfrm xmlns:a="http://schemas.openxmlformats.org/drawingml/2006/main">
            <a:off x="552450" y="2076450"/>
            <a:ext cx="4238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DCFA6B"/>
                </a:solidFill>
                <a:latin typeface="Arial"/>
                <a:ea typeface="Arial"/>
                <a:cs typeface="Arial"/>
              </a:defRPr>
            </a:defPPr>
            <a:lvl1pPr>
              <a:defRPr sz="2250" b="1">
                <a:solidFill>
                  <a:srgbClr val="DCFA6B"/>
                </a:solidFill>
                <a:latin typeface="Arial"/>
                <a:ea typeface="Arial"/>
                <a:cs typeface="Arial"/>
              </a:defRPr>
            </a:lvl1pPr>
            <a:lvl2pPr>
              <a:defRPr sz="2250" b="1">
                <a:solidFill>
                  <a:srgbClr val="DCFA6B"/>
                </a:solidFill>
                <a:latin typeface="Arial"/>
                <a:ea typeface="Arial"/>
                <a:cs typeface="Arial"/>
              </a:defRPr>
            </a:lvl2pPr>
            <a:lvl3pPr>
              <a:defRPr sz="2250" b="1">
                <a:solidFill>
                  <a:srgbClr val="DCFA6B"/>
                </a:solidFill>
                <a:latin typeface="Arial"/>
                <a:ea typeface="Arial"/>
                <a:cs typeface="Arial"/>
              </a:defRPr>
            </a:lvl3pPr>
            <a:lvl4pPr>
              <a:defRPr sz="2250" b="1">
                <a:solidFill>
                  <a:srgbClr val="DCFA6B"/>
                </a:solidFill>
                <a:latin typeface="Arial"/>
                <a:ea typeface="Arial"/>
                <a:cs typeface="Arial"/>
              </a:defRPr>
            </a:lvl4pPr>
            <a:lvl5pPr>
              <a:defRPr sz="2250" b="1">
                <a:solidFill>
                  <a:srgbClr val="DCFA6B"/>
                </a:solidFill>
                <a:latin typeface="Arial"/>
                <a:ea typeface="Arial"/>
                <a:cs typeface="Arial"/>
              </a:defRPr>
            </a:lvl5pPr>
            <a:lvl6pPr>
              <a:defRPr sz="2250" b="1">
                <a:solidFill>
                  <a:srgbClr val="DCFA6B"/>
                </a:solidFill>
                <a:latin typeface="Arial"/>
                <a:ea typeface="Arial"/>
                <a:cs typeface="Arial"/>
              </a:defRPr>
            </a:lvl6pPr>
            <a:lvl7pPr>
              <a:defRPr sz="2250" b="1">
                <a:solidFill>
                  <a:srgbClr val="DCFA6B"/>
                </a:solidFill>
                <a:latin typeface="Arial"/>
                <a:ea typeface="Arial"/>
                <a:cs typeface="Arial"/>
              </a:defRPr>
            </a:lvl7pPr>
            <a:lvl8pPr>
              <a:defRPr sz="2250" b="1">
                <a:solidFill>
                  <a:srgbClr val="DCFA6B"/>
                </a:solidFill>
                <a:latin typeface="Arial"/>
                <a:ea typeface="Arial"/>
                <a:cs typeface="Arial"/>
              </a:defRPr>
            </a:lvl8pPr>
            <a:lvl9pPr>
              <a:defRPr sz="2250" b="1">
                <a:solidFill>
                  <a:srgbClr val="DCFA6B"/>
                </a:solidFill>
                <a:latin typeface="Arial"/>
                <a:ea typeface="Arial"/>
                <a:cs typeface="Arial"/>
              </a:defRPr>
            </a:lvl9pPr>
          </a:lstStyle>
          <a:p xmlns:a="http://schemas.openxmlformats.org/drawingml/2006/main">
            <a:pPr>
              <a:defRPr sz="2250" b="1">
                <a:solidFill>
                  <a:srgbClr val="DCFA6B"/>
                </a:solidFill>
                <a:latin typeface="Arial"/>
                <a:ea typeface="Arial"/>
                <a:cs typeface="Arial"/>
              </a:defRPr>
            </a:pPr>
            <a:r>
              <a:rPr sz="2250" b="1">
                <a:solidFill>
                  <a:srgbClr val="DCFA6B"/>
                </a:solidFill>
                <a:latin typeface="Arial"/>
                <a:ea typeface="Arial"/>
                <a:cs typeface="Arial"/>
              </a:rPr>
              <a:t>01  Inspect the boxes</a:t>
            </a:r>
          </a:p>
        </p:txBody>
      </p:sp>
      <p:sp>
        <p:nvSpPr>
          <p:cNvPr id="6" name="Correct the class and location.&#10;Keep the original ">
            <a:extLst xmlns:a="http://schemas.openxmlformats.org/drawingml/2006/main">
              <a:ext uri="{FF2B5EF4-FFF2-40B4-BE49-F238E27FC236}">
                <a16:creationId xmlns:a16="http://schemas.microsoft.com/office/drawing/2014/main" id="{E01D0388-5417-4777-806E-43AB8A332CD4}"/>
              </a:ext>
            </a:extLst>
          </p:cNvPr>
          <p:cNvSpPr>
            <a:spLocks xmlns:a="http://schemas.openxmlformats.org/drawingml/2006/main" noGrp="1"/>
          </p:cNvSpPr>
          <p:nvPr/>
        </p:nvSpPr>
        <p:spPr>
          <a:xfrm xmlns:a="http://schemas.openxmlformats.org/drawingml/2006/main">
            <a:off x="552450" y="2552700"/>
            <a:ext cx="42386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A5BDC6"/>
                </a:solidFill>
                <a:latin typeface="Arial"/>
                <a:ea typeface="Arial"/>
                <a:cs typeface="Arial"/>
              </a:defRPr>
            </a:defPPr>
            <a:lvl1pPr>
              <a:defRPr sz="1800" b="0">
                <a:solidFill>
                  <a:srgbClr val="A5BDC6"/>
                </a:solidFill>
                <a:latin typeface="Arial"/>
                <a:ea typeface="Arial"/>
                <a:cs typeface="Arial"/>
              </a:defRPr>
            </a:lvl1pPr>
            <a:lvl2pPr>
              <a:defRPr sz="1800" b="0">
                <a:solidFill>
                  <a:srgbClr val="A5BDC6"/>
                </a:solidFill>
                <a:latin typeface="Arial"/>
                <a:ea typeface="Arial"/>
                <a:cs typeface="Arial"/>
              </a:defRPr>
            </a:lvl2pPr>
            <a:lvl3pPr>
              <a:defRPr sz="1800" b="0">
                <a:solidFill>
                  <a:srgbClr val="A5BDC6"/>
                </a:solidFill>
                <a:latin typeface="Arial"/>
                <a:ea typeface="Arial"/>
                <a:cs typeface="Arial"/>
              </a:defRPr>
            </a:lvl3pPr>
            <a:lvl4pPr>
              <a:defRPr sz="1800" b="0">
                <a:solidFill>
                  <a:srgbClr val="A5BDC6"/>
                </a:solidFill>
                <a:latin typeface="Arial"/>
                <a:ea typeface="Arial"/>
                <a:cs typeface="Arial"/>
              </a:defRPr>
            </a:lvl4pPr>
            <a:lvl5pPr>
              <a:defRPr sz="1800" b="0">
                <a:solidFill>
                  <a:srgbClr val="A5BDC6"/>
                </a:solidFill>
                <a:latin typeface="Arial"/>
                <a:ea typeface="Arial"/>
                <a:cs typeface="Arial"/>
              </a:defRPr>
            </a:lvl5pPr>
            <a:lvl6pPr>
              <a:defRPr sz="1800" b="0">
                <a:solidFill>
                  <a:srgbClr val="A5BDC6"/>
                </a:solidFill>
                <a:latin typeface="Arial"/>
                <a:ea typeface="Arial"/>
                <a:cs typeface="Arial"/>
              </a:defRPr>
            </a:lvl6pPr>
            <a:lvl7pPr>
              <a:defRPr sz="1800" b="0">
                <a:solidFill>
                  <a:srgbClr val="A5BDC6"/>
                </a:solidFill>
                <a:latin typeface="Arial"/>
                <a:ea typeface="Arial"/>
                <a:cs typeface="Arial"/>
              </a:defRPr>
            </a:lvl7pPr>
            <a:lvl8pPr>
              <a:defRPr sz="1800" b="0">
                <a:solidFill>
                  <a:srgbClr val="A5BDC6"/>
                </a:solidFill>
                <a:latin typeface="Arial"/>
                <a:ea typeface="Arial"/>
                <a:cs typeface="Arial"/>
              </a:defRPr>
            </a:lvl8pPr>
            <a:lvl9pPr>
              <a:defRPr sz="1800" b="0">
                <a:solidFill>
                  <a:srgbClr val="A5BDC6"/>
                </a:solidFill>
                <a:latin typeface="Arial"/>
                <a:ea typeface="Arial"/>
                <a:cs typeface="Arial"/>
              </a:defRPr>
            </a:lvl9pPr>
          </a:lstStyle>
          <a:p xmlns:a="http://schemas.openxmlformats.org/drawingml/2006/main">
            <a:pPr>
              <a:defRPr sz="1800" b="0">
                <a:solidFill>
                  <a:srgbClr val="A5BDC6"/>
                </a:solidFill>
                <a:latin typeface="Arial"/>
                <a:ea typeface="Arial"/>
                <a:cs typeface="Arial"/>
              </a:defRPr>
            </a:pPr>
            <a:r>
              <a:rPr sz="1800" b="0">
                <a:solidFill>
                  <a:srgbClr val="A5BDC6"/>
                </a:solidFill>
                <a:latin typeface="Arial"/>
                <a:ea typeface="Arial"/>
                <a:cs typeface="Arial"/>
              </a:rPr>
              <a:t>Correct the class and location.</a:t>
            </a:r>
          </a:p>
          <a:p xmlns:a="http://schemas.openxmlformats.org/drawingml/2006/main">
            <a:pPr>
              <a:defRPr sz="1800" b="0">
                <a:solidFill>
                  <a:srgbClr val="A5BDC6"/>
                </a:solidFill>
                <a:latin typeface="Arial"/>
                <a:ea typeface="Arial"/>
                <a:cs typeface="Arial"/>
              </a:defRPr>
            </a:pPr>
            <a:r>
              <a:rPr sz="1800" b="0">
                <a:solidFill>
                  <a:srgbClr val="A5BDC6"/>
                </a:solidFill>
                <a:latin typeface="Arial"/>
                <a:ea typeface="Arial"/>
                <a:cs typeface="Arial"/>
              </a:rPr>
              <a:t>Keep the original prediction in history.</a:t>
            </a:r>
          </a:p>
        </p:txBody>
      </p:sp>
      <p:sp>
        <p:nvSpPr>
          <p:cNvPr id="7" name="02  Compare model opinions">
            <a:extLst xmlns:a="http://schemas.openxmlformats.org/drawingml/2006/main">
              <a:ext uri="{FF2B5EF4-FFF2-40B4-BE49-F238E27FC236}">
                <a16:creationId xmlns:a16="http://schemas.microsoft.com/office/drawing/2014/main" id="{FA1713FC-9627-43E2-BB60-6D167EAC250E}"/>
              </a:ext>
            </a:extLst>
          </p:cNvPr>
          <p:cNvSpPr>
            <a:spLocks xmlns:a="http://schemas.openxmlformats.org/drawingml/2006/main" noGrp="1"/>
          </p:cNvSpPr>
          <p:nvPr/>
        </p:nvSpPr>
        <p:spPr>
          <a:xfrm xmlns:a="http://schemas.openxmlformats.org/drawingml/2006/main">
            <a:off x="552450" y="3505200"/>
            <a:ext cx="4238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DCFA6B"/>
                </a:solidFill>
                <a:latin typeface="Arial"/>
                <a:ea typeface="Arial"/>
                <a:cs typeface="Arial"/>
              </a:defRPr>
            </a:defPPr>
            <a:lvl1pPr>
              <a:defRPr sz="2250" b="1">
                <a:solidFill>
                  <a:srgbClr val="DCFA6B"/>
                </a:solidFill>
                <a:latin typeface="Arial"/>
                <a:ea typeface="Arial"/>
                <a:cs typeface="Arial"/>
              </a:defRPr>
            </a:lvl1pPr>
            <a:lvl2pPr>
              <a:defRPr sz="2250" b="1">
                <a:solidFill>
                  <a:srgbClr val="DCFA6B"/>
                </a:solidFill>
                <a:latin typeface="Arial"/>
                <a:ea typeface="Arial"/>
                <a:cs typeface="Arial"/>
              </a:defRPr>
            </a:lvl2pPr>
            <a:lvl3pPr>
              <a:defRPr sz="2250" b="1">
                <a:solidFill>
                  <a:srgbClr val="DCFA6B"/>
                </a:solidFill>
                <a:latin typeface="Arial"/>
                <a:ea typeface="Arial"/>
                <a:cs typeface="Arial"/>
              </a:defRPr>
            </a:lvl3pPr>
            <a:lvl4pPr>
              <a:defRPr sz="2250" b="1">
                <a:solidFill>
                  <a:srgbClr val="DCFA6B"/>
                </a:solidFill>
                <a:latin typeface="Arial"/>
                <a:ea typeface="Arial"/>
                <a:cs typeface="Arial"/>
              </a:defRPr>
            </a:lvl4pPr>
            <a:lvl5pPr>
              <a:defRPr sz="2250" b="1">
                <a:solidFill>
                  <a:srgbClr val="DCFA6B"/>
                </a:solidFill>
                <a:latin typeface="Arial"/>
                <a:ea typeface="Arial"/>
                <a:cs typeface="Arial"/>
              </a:defRPr>
            </a:lvl5pPr>
            <a:lvl6pPr>
              <a:defRPr sz="2250" b="1">
                <a:solidFill>
                  <a:srgbClr val="DCFA6B"/>
                </a:solidFill>
                <a:latin typeface="Arial"/>
                <a:ea typeface="Arial"/>
                <a:cs typeface="Arial"/>
              </a:defRPr>
            </a:lvl6pPr>
            <a:lvl7pPr>
              <a:defRPr sz="2250" b="1">
                <a:solidFill>
                  <a:srgbClr val="DCFA6B"/>
                </a:solidFill>
                <a:latin typeface="Arial"/>
                <a:ea typeface="Arial"/>
                <a:cs typeface="Arial"/>
              </a:defRPr>
            </a:lvl7pPr>
            <a:lvl8pPr>
              <a:defRPr sz="2250" b="1">
                <a:solidFill>
                  <a:srgbClr val="DCFA6B"/>
                </a:solidFill>
                <a:latin typeface="Arial"/>
                <a:ea typeface="Arial"/>
                <a:cs typeface="Arial"/>
              </a:defRPr>
            </a:lvl8pPr>
            <a:lvl9pPr>
              <a:defRPr sz="2250" b="1">
                <a:solidFill>
                  <a:srgbClr val="DCFA6B"/>
                </a:solidFill>
                <a:latin typeface="Arial"/>
                <a:ea typeface="Arial"/>
                <a:cs typeface="Arial"/>
              </a:defRPr>
            </a:lvl9pPr>
          </a:lstStyle>
          <a:p xmlns:a="http://schemas.openxmlformats.org/drawingml/2006/main">
            <a:pPr>
              <a:defRPr sz="2250" b="1">
                <a:solidFill>
                  <a:srgbClr val="DCFA6B"/>
                </a:solidFill>
                <a:latin typeface="Arial"/>
                <a:ea typeface="Arial"/>
                <a:cs typeface="Arial"/>
              </a:defRPr>
            </a:pPr>
            <a:r>
              <a:rPr sz="2250" b="1">
                <a:solidFill>
                  <a:srgbClr val="DCFA6B"/>
                </a:solidFill>
                <a:latin typeface="Arial"/>
                <a:ea typeface="Arial"/>
                <a:cs typeface="Arial"/>
              </a:rPr>
              <a:t>02  Compare model opinions</a:t>
            </a:r>
          </a:p>
        </p:txBody>
      </p:sp>
      <p:sp>
        <p:nvSpPr>
          <p:cNvPr id="8" name="Choose any completed model,&#10;including a minority r">
            <a:extLst xmlns:a="http://schemas.openxmlformats.org/drawingml/2006/main">
              <a:ext uri="{FF2B5EF4-FFF2-40B4-BE49-F238E27FC236}">
                <a16:creationId xmlns:a16="http://schemas.microsoft.com/office/drawing/2014/main" id="{1A85D539-C870-455B-A7D0-B6CF5CB3931D}"/>
              </a:ext>
            </a:extLst>
          </p:cNvPr>
          <p:cNvSpPr>
            <a:spLocks xmlns:a="http://schemas.openxmlformats.org/drawingml/2006/main" noGrp="1"/>
          </p:cNvSpPr>
          <p:nvPr/>
        </p:nvSpPr>
        <p:spPr>
          <a:xfrm xmlns:a="http://schemas.openxmlformats.org/drawingml/2006/main">
            <a:off x="552450" y="3981450"/>
            <a:ext cx="423862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A5BDC6"/>
                </a:solidFill>
                <a:latin typeface="Arial"/>
                <a:ea typeface="Arial"/>
                <a:cs typeface="Arial"/>
              </a:defRPr>
            </a:defPPr>
            <a:lvl1pPr>
              <a:defRPr sz="1800" b="0">
                <a:solidFill>
                  <a:srgbClr val="A5BDC6"/>
                </a:solidFill>
                <a:latin typeface="Arial"/>
                <a:ea typeface="Arial"/>
                <a:cs typeface="Arial"/>
              </a:defRPr>
            </a:lvl1pPr>
            <a:lvl2pPr>
              <a:defRPr sz="1800" b="0">
                <a:solidFill>
                  <a:srgbClr val="A5BDC6"/>
                </a:solidFill>
                <a:latin typeface="Arial"/>
                <a:ea typeface="Arial"/>
                <a:cs typeface="Arial"/>
              </a:defRPr>
            </a:lvl2pPr>
            <a:lvl3pPr>
              <a:defRPr sz="1800" b="0">
                <a:solidFill>
                  <a:srgbClr val="A5BDC6"/>
                </a:solidFill>
                <a:latin typeface="Arial"/>
                <a:ea typeface="Arial"/>
                <a:cs typeface="Arial"/>
              </a:defRPr>
            </a:lvl3pPr>
            <a:lvl4pPr>
              <a:defRPr sz="1800" b="0">
                <a:solidFill>
                  <a:srgbClr val="A5BDC6"/>
                </a:solidFill>
                <a:latin typeface="Arial"/>
                <a:ea typeface="Arial"/>
                <a:cs typeface="Arial"/>
              </a:defRPr>
            </a:lvl4pPr>
            <a:lvl5pPr>
              <a:defRPr sz="1800" b="0">
                <a:solidFill>
                  <a:srgbClr val="A5BDC6"/>
                </a:solidFill>
                <a:latin typeface="Arial"/>
                <a:ea typeface="Arial"/>
                <a:cs typeface="Arial"/>
              </a:defRPr>
            </a:lvl5pPr>
            <a:lvl6pPr>
              <a:defRPr sz="1800" b="0">
                <a:solidFill>
                  <a:srgbClr val="A5BDC6"/>
                </a:solidFill>
                <a:latin typeface="Arial"/>
                <a:ea typeface="Arial"/>
                <a:cs typeface="Arial"/>
              </a:defRPr>
            </a:lvl6pPr>
            <a:lvl7pPr>
              <a:defRPr sz="1800" b="0">
                <a:solidFill>
                  <a:srgbClr val="A5BDC6"/>
                </a:solidFill>
                <a:latin typeface="Arial"/>
                <a:ea typeface="Arial"/>
                <a:cs typeface="Arial"/>
              </a:defRPr>
            </a:lvl7pPr>
            <a:lvl8pPr>
              <a:defRPr sz="1800" b="0">
                <a:solidFill>
                  <a:srgbClr val="A5BDC6"/>
                </a:solidFill>
                <a:latin typeface="Arial"/>
                <a:ea typeface="Arial"/>
                <a:cs typeface="Arial"/>
              </a:defRPr>
            </a:lvl8pPr>
            <a:lvl9pPr>
              <a:defRPr sz="1800" b="0">
                <a:solidFill>
                  <a:srgbClr val="A5BDC6"/>
                </a:solidFill>
                <a:latin typeface="Arial"/>
                <a:ea typeface="Arial"/>
                <a:cs typeface="Arial"/>
              </a:defRPr>
            </a:lvl9pPr>
          </a:lstStyle>
          <a:p xmlns:a="http://schemas.openxmlformats.org/drawingml/2006/main">
            <a:pPr>
              <a:defRPr sz="1800" b="0">
                <a:solidFill>
                  <a:srgbClr val="A5BDC6"/>
                </a:solidFill>
                <a:latin typeface="Arial"/>
                <a:ea typeface="Arial"/>
                <a:cs typeface="Arial"/>
              </a:defRPr>
            </a:pPr>
            <a:r>
              <a:rPr sz="1800" b="0">
                <a:solidFill>
                  <a:srgbClr val="A5BDC6"/>
                </a:solidFill>
                <a:latin typeface="Arial"/>
                <a:ea typeface="Arial"/>
                <a:cs typeface="Arial"/>
              </a:rPr>
              <a:t>Choose any completed model,</a:t>
            </a:r>
          </a:p>
          <a:p xmlns:a="http://schemas.openxmlformats.org/drawingml/2006/main">
            <a:pPr>
              <a:defRPr sz="1800" b="0">
                <a:solidFill>
                  <a:srgbClr val="A5BDC6"/>
                </a:solidFill>
                <a:latin typeface="Arial"/>
                <a:ea typeface="Arial"/>
                <a:cs typeface="Arial"/>
              </a:defRPr>
            </a:pPr>
            <a:r>
              <a:rPr sz="1800" b="0">
                <a:solidFill>
                  <a:srgbClr val="A5BDC6"/>
                </a:solidFill>
                <a:latin typeface="Arial"/>
                <a:ea typeface="Arial"/>
                <a:cs typeface="Arial"/>
              </a:rPr>
              <a:t>including a minority result.</a:t>
            </a:r>
          </a:p>
          <a:p xmlns:a="http://schemas.openxmlformats.org/drawingml/2006/main">
            <a:pPr>
              <a:defRPr sz="1800" b="0">
                <a:solidFill>
                  <a:srgbClr val="A5BDC6"/>
                </a:solidFill>
                <a:latin typeface="Arial"/>
                <a:ea typeface="Arial"/>
                <a:cs typeface="Arial"/>
              </a:defRPr>
            </a:pPr>
            <a:r>
              <a:rPr sz="1800" b="0">
                <a:solidFill>
                  <a:srgbClr val="A5BDC6"/>
                </a:solidFill>
                <a:latin typeface="Arial"/>
                <a:ea typeface="Arial"/>
                <a:cs typeface="Arial"/>
              </a:rPr>
              <a:t>Its boxes become an editable draft.</a:t>
            </a:r>
          </a:p>
        </p:txBody>
      </p:sp>
      <p:pic>
        <p:nvPicPr>
          <p:cNvPr id="9" name="">
            <a:extLst xmlns:a="http://schemas.openxmlformats.org/drawingml/2006/main">
              <a:ext uri="{FF2B5EF4-FFF2-40B4-BE49-F238E27FC236}">
                <a16:creationId xmlns:a16="http://schemas.microsoft.com/office/drawing/2014/main" id="{33A823B7-2811-44CA-AE19-5A7C4C7C3452}"/>
              </a:ext>
            </a:extLst>
          </p:cNvPr>
          <p:cNvPicPr>
            <a:picLocks xmlns:a="http://schemas.openxmlformats.org/drawingml/2006/main" noChangeAspect="1"/>
          </p:cNvPicPr>
          <p:nvPr/>
        </p:nvPicPr>
        <p:blipFill>
          <a:blip xmlns:r="http://schemas.openxmlformats.org/officeDocument/2006/relationships" xmlns:a="http://schemas.openxmlformats.org/drawingml/2006/main" r:embed="Re4dc91ebe5fc40d6"/>
          <a:srcRect xmlns:a="http://schemas.openxmlformats.org/drawingml/2006/main" l="38700" t="3400" r="0" b="40800"/>
          <a:stretch xmlns:a="http://schemas.openxmlformats.org/drawingml/2006/main"/>
        </p:blipFill>
        <p:spPr>
          <a:xfrm xmlns:a="http://schemas.openxmlformats.org/drawingml/2006/main">
            <a:off x="5057775" y="1924050"/>
            <a:ext cx="6581775" cy="3800475"/>
          </a:xfrm>
          <a:prstGeom xmlns:a="http://schemas.openxmlformats.org/drawingml/2006/main" prst="rect">
            <a:avLst/>
          </a:prstGeom>
        </p:spPr>
      </p:pic>
      <p:sp>
        <p:nvSpPr>
          <p:cNvPr id="10" name="03  Save the review">
            <a:extLst xmlns:a="http://schemas.openxmlformats.org/drawingml/2006/main">
              <a:ext uri="{FF2B5EF4-FFF2-40B4-BE49-F238E27FC236}">
                <a16:creationId xmlns:a16="http://schemas.microsoft.com/office/drawing/2014/main" id="{54F08FC3-4D85-4A6A-91A2-BD444E9BAB29}"/>
              </a:ext>
            </a:extLst>
          </p:cNvPr>
          <p:cNvSpPr>
            <a:spLocks xmlns:a="http://schemas.openxmlformats.org/drawingml/2006/main" noGrp="1"/>
          </p:cNvSpPr>
          <p:nvPr/>
        </p:nvSpPr>
        <p:spPr>
          <a:xfrm xmlns:a="http://schemas.openxmlformats.org/drawingml/2006/main">
            <a:off x="552450" y="5324475"/>
            <a:ext cx="4238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DCFA6B"/>
                </a:solidFill>
                <a:latin typeface="Arial"/>
                <a:ea typeface="Arial"/>
                <a:cs typeface="Arial"/>
              </a:defRPr>
            </a:defPPr>
            <a:lvl1pPr>
              <a:defRPr sz="2250" b="1">
                <a:solidFill>
                  <a:srgbClr val="DCFA6B"/>
                </a:solidFill>
                <a:latin typeface="Arial"/>
                <a:ea typeface="Arial"/>
                <a:cs typeface="Arial"/>
              </a:defRPr>
            </a:lvl1pPr>
            <a:lvl2pPr>
              <a:defRPr sz="2250" b="1">
                <a:solidFill>
                  <a:srgbClr val="DCFA6B"/>
                </a:solidFill>
                <a:latin typeface="Arial"/>
                <a:ea typeface="Arial"/>
                <a:cs typeface="Arial"/>
              </a:defRPr>
            </a:lvl2pPr>
            <a:lvl3pPr>
              <a:defRPr sz="2250" b="1">
                <a:solidFill>
                  <a:srgbClr val="DCFA6B"/>
                </a:solidFill>
                <a:latin typeface="Arial"/>
                <a:ea typeface="Arial"/>
                <a:cs typeface="Arial"/>
              </a:defRPr>
            </a:lvl3pPr>
            <a:lvl4pPr>
              <a:defRPr sz="2250" b="1">
                <a:solidFill>
                  <a:srgbClr val="DCFA6B"/>
                </a:solidFill>
                <a:latin typeface="Arial"/>
                <a:ea typeface="Arial"/>
                <a:cs typeface="Arial"/>
              </a:defRPr>
            </a:lvl4pPr>
            <a:lvl5pPr>
              <a:defRPr sz="2250" b="1">
                <a:solidFill>
                  <a:srgbClr val="DCFA6B"/>
                </a:solidFill>
                <a:latin typeface="Arial"/>
                <a:ea typeface="Arial"/>
                <a:cs typeface="Arial"/>
              </a:defRPr>
            </a:lvl5pPr>
            <a:lvl6pPr>
              <a:defRPr sz="2250" b="1">
                <a:solidFill>
                  <a:srgbClr val="DCFA6B"/>
                </a:solidFill>
                <a:latin typeface="Arial"/>
                <a:ea typeface="Arial"/>
                <a:cs typeface="Arial"/>
              </a:defRPr>
            </a:lvl6pPr>
            <a:lvl7pPr>
              <a:defRPr sz="2250" b="1">
                <a:solidFill>
                  <a:srgbClr val="DCFA6B"/>
                </a:solidFill>
                <a:latin typeface="Arial"/>
                <a:ea typeface="Arial"/>
                <a:cs typeface="Arial"/>
              </a:defRPr>
            </a:lvl7pPr>
            <a:lvl8pPr>
              <a:defRPr sz="2250" b="1">
                <a:solidFill>
                  <a:srgbClr val="DCFA6B"/>
                </a:solidFill>
                <a:latin typeface="Arial"/>
                <a:ea typeface="Arial"/>
                <a:cs typeface="Arial"/>
              </a:defRPr>
            </a:lvl8pPr>
            <a:lvl9pPr>
              <a:defRPr sz="2250" b="1">
                <a:solidFill>
                  <a:srgbClr val="DCFA6B"/>
                </a:solidFill>
                <a:latin typeface="Arial"/>
                <a:ea typeface="Arial"/>
                <a:cs typeface="Arial"/>
              </a:defRPr>
            </a:lvl9pPr>
          </a:lstStyle>
          <a:p xmlns:a="http://schemas.openxmlformats.org/drawingml/2006/main">
            <a:pPr>
              <a:defRPr sz="2250" b="1">
                <a:solidFill>
                  <a:srgbClr val="DCFA6B"/>
                </a:solidFill>
                <a:latin typeface="Arial"/>
                <a:ea typeface="Arial"/>
                <a:cs typeface="Arial"/>
              </a:defRPr>
            </a:pPr>
            <a:r>
              <a:rPr sz="2250" b="1">
                <a:solidFill>
                  <a:srgbClr val="DCFA6B"/>
                </a:solidFill>
                <a:latin typeface="Arial"/>
                <a:ea typeface="Arial"/>
                <a:cs typeface="Arial"/>
              </a:rPr>
              <a:t>03  Save the review</a:t>
            </a:r>
          </a:p>
        </p:txBody>
      </p:sp>
      <p:sp>
        <p:nvSpPr>
          <p:cNvPr id="11" name="Priority supports triage. It does not measure phys">
            <a:extLst xmlns:a="http://schemas.openxmlformats.org/drawingml/2006/main">
              <a:ext uri="{FF2B5EF4-FFF2-40B4-BE49-F238E27FC236}">
                <a16:creationId xmlns:a16="http://schemas.microsoft.com/office/drawing/2014/main" id="{F1657056-6390-49EC-B857-19035D8C2A9C}"/>
              </a:ext>
            </a:extLst>
          </p:cNvPr>
          <p:cNvSpPr>
            <a:spLocks xmlns:a="http://schemas.openxmlformats.org/drawingml/2006/main" noGrp="1"/>
          </p:cNvSpPr>
          <p:nvPr/>
        </p:nvSpPr>
        <p:spPr>
          <a:xfrm xmlns:a="http://schemas.openxmlformats.org/drawingml/2006/main">
            <a:off x="552450" y="5905500"/>
            <a:ext cx="109918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77D6DD"/>
                </a:solidFill>
                <a:latin typeface="Arial"/>
                <a:ea typeface="Arial"/>
                <a:cs typeface="Arial"/>
              </a:defRPr>
            </a:defPPr>
            <a:lvl1pPr>
              <a:defRPr sz="1800" b="0">
                <a:solidFill>
                  <a:srgbClr val="77D6DD"/>
                </a:solidFill>
                <a:latin typeface="Arial"/>
                <a:ea typeface="Arial"/>
                <a:cs typeface="Arial"/>
              </a:defRPr>
            </a:lvl1pPr>
            <a:lvl2pPr>
              <a:defRPr sz="1800" b="0">
                <a:solidFill>
                  <a:srgbClr val="77D6DD"/>
                </a:solidFill>
                <a:latin typeface="Arial"/>
                <a:ea typeface="Arial"/>
                <a:cs typeface="Arial"/>
              </a:defRPr>
            </a:lvl2pPr>
            <a:lvl3pPr>
              <a:defRPr sz="1800" b="0">
                <a:solidFill>
                  <a:srgbClr val="77D6DD"/>
                </a:solidFill>
                <a:latin typeface="Arial"/>
                <a:ea typeface="Arial"/>
                <a:cs typeface="Arial"/>
              </a:defRPr>
            </a:lvl3pPr>
            <a:lvl4pPr>
              <a:defRPr sz="1800" b="0">
                <a:solidFill>
                  <a:srgbClr val="77D6DD"/>
                </a:solidFill>
                <a:latin typeface="Arial"/>
                <a:ea typeface="Arial"/>
                <a:cs typeface="Arial"/>
              </a:defRPr>
            </a:lvl4pPr>
            <a:lvl5pPr>
              <a:defRPr sz="1800" b="0">
                <a:solidFill>
                  <a:srgbClr val="77D6DD"/>
                </a:solidFill>
                <a:latin typeface="Arial"/>
                <a:ea typeface="Arial"/>
                <a:cs typeface="Arial"/>
              </a:defRPr>
            </a:lvl5pPr>
            <a:lvl6pPr>
              <a:defRPr sz="1800" b="0">
                <a:solidFill>
                  <a:srgbClr val="77D6DD"/>
                </a:solidFill>
                <a:latin typeface="Arial"/>
                <a:ea typeface="Arial"/>
                <a:cs typeface="Arial"/>
              </a:defRPr>
            </a:lvl6pPr>
            <a:lvl7pPr>
              <a:defRPr sz="1800" b="0">
                <a:solidFill>
                  <a:srgbClr val="77D6DD"/>
                </a:solidFill>
                <a:latin typeface="Arial"/>
                <a:ea typeface="Arial"/>
                <a:cs typeface="Arial"/>
              </a:defRPr>
            </a:lvl7pPr>
            <a:lvl8pPr>
              <a:defRPr sz="1800" b="0">
                <a:solidFill>
                  <a:srgbClr val="77D6DD"/>
                </a:solidFill>
                <a:latin typeface="Arial"/>
                <a:ea typeface="Arial"/>
                <a:cs typeface="Arial"/>
              </a:defRPr>
            </a:lvl8pPr>
            <a:lvl9pPr>
              <a:defRPr sz="1800" b="0">
                <a:solidFill>
                  <a:srgbClr val="77D6DD"/>
                </a:solidFill>
                <a:latin typeface="Arial"/>
                <a:ea typeface="Arial"/>
                <a:cs typeface="Arial"/>
              </a:defRPr>
            </a:lvl9pPr>
          </a:lstStyle>
          <a:p xmlns:a="http://schemas.openxmlformats.org/drawingml/2006/main">
            <a:pPr>
              <a:defRPr sz="1800" b="0">
                <a:solidFill>
                  <a:srgbClr val="77D6DD"/>
                </a:solidFill>
                <a:latin typeface="Arial"/>
                <a:ea typeface="Arial"/>
                <a:cs typeface="Arial"/>
              </a:defRPr>
            </a:pPr>
            <a:r>
              <a:rPr sz="1800" b="0">
                <a:solidFill>
                  <a:srgbClr val="77D6DD"/>
                </a:solidFill>
                <a:latin typeface="Arial"/>
                <a:ea typeface="Arial"/>
                <a:cs typeface="Arial"/>
              </a:rPr>
              <a:t>Priority supports triage. It does not measure physical crack depth.</a:t>
            </a:r>
          </a:p>
        </p:txBody>
      </p:sp>
    </p:spTree>
    <p:extLst>
      <p:ext uri="{BB962C8B-B14F-4D97-AF65-F5344CB8AC3E}">
        <p14:creationId xmlns:p14="http://schemas.microsoft.com/office/powerpoint/2010/main" val="1678003342"/>
      </p:ext>
    </p:extLst>
  </p:cSld>
</p:sld>
</file>

<file path=ppt/slides/slide4.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sp>
        <p:nvSpPr>
          <p:cNvPr id="9" name="DATA AND TRAINING EVIDENCE">
            <a:extLst xmlns:a="http://schemas.openxmlformats.org/drawingml/2006/main">
              <a:ext uri="{FF2B5EF4-FFF2-40B4-BE49-F238E27FC236}">
                <a16:creationId xmlns:a16="http://schemas.microsoft.com/office/drawing/2014/main" id="{14D2359A-FB85-4D70-8E2C-D029ED1DFC74}"/>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DATA AND TRAINING EVIDENCE</a:t>
            </a:r>
          </a:p>
        </p:txBody>
      </p:sp>
      <p:sp>
        <p:nvSpPr>
          <p:cNvPr id="2" name="Model results depend on the test set">
            <a:extLst xmlns:a="http://schemas.openxmlformats.org/drawingml/2006/main">
              <a:ext uri="{FF2B5EF4-FFF2-40B4-BE49-F238E27FC236}">
                <a16:creationId xmlns:a16="http://schemas.microsoft.com/office/drawing/2014/main" id="{93D33889-B6A3-4EBF-9B0C-84FCBC80907E}"/>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Model results depend on the test set</a:t>
            </a:r>
          </a:p>
        </p:txBody>
      </p:sp>
      <p:sp>
        <p:nvSpPr>
          <p:cNvPr id="3" name="RoadScan / AIEP capstone">
            <a:extLst xmlns:a="http://schemas.openxmlformats.org/drawingml/2006/main">
              <a:ext uri="{FF2B5EF4-FFF2-40B4-BE49-F238E27FC236}">
                <a16:creationId xmlns:a16="http://schemas.microsoft.com/office/drawing/2014/main" id="{22B34832-E4DC-4B58-AAD8-A73622F896AA}"/>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04">
            <a:extLst xmlns:a="http://schemas.openxmlformats.org/drawingml/2006/main">
              <a:ext uri="{FF2B5EF4-FFF2-40B4-BE49-F238E27FC236}">
                <a16:creationId xmlns:a16="http://schemas.microsoft.com/office/drawing/2014/main" id="{6C0D7107-F08C-4B02-9719-E64A6D020343}"/>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04</a:t>
            </a:r>
          </a:p>
        </p:txBody>
      </p:sp>
      <p:graphicFrame>
        <p:nvGraphicFramePr>
          <p:cNvPr id="5" name="">
            <a:extLst xmlns:a="http://schemas.openxmlformats.org/drawingml/2006/main">
              <a:ext uri="{FF2B5EF4-FFF2-40B4-BE49-F238E27FC236}">
                <a16:creationId xmlns:a16="http://schemas.microsoft.com/office/drawing/2014/main" id="{959DB72B-3A8A-47DC-98D3-3DB8DD302B3C}"/>
              </a:ext>
            </a:extLst>
          </p:cNvPr>
          <p:cNvGraphicFramePr/>
          <p:nvPr/>
        </p:nvGraphicFramePr>
        <p:xfrm>
          <a:off xmlns:a="http://schemas.openxmlformats.org/drawingml/2006/main" x="552450" y="1952625"/>
          <a:ext xmlns:a="http://schemas.openxmlformats.org/drawingml/2006/main" cx="11087100" cy="2790825"/>
        </p:xfrm>
        <a:graphic xmlns:a="http://schemas.openxmlformats.org/drawingml/2006/main">
          <a:graphicData uri="http://schemas.openxmlformats.org/drawingml/2006/table">
            <a:tbl>
              <a:tblPr/>
              <a:tblGrid>
                <a:gridCol w="2514600"/>
                <a:gridCol w="1924050"/>
                <a:gridCol w="2819400"/>
                <a:gridCol w="1809750"/>
                <a:gridCol w="2019300"/>
              </a:tblGrid>
              <a:tr h="697706">
                <a:tc>
                  <a:txBody>
                    <a:bodyPr/>
                    <a:lstStyle/>
                    <a:p>
                      <a:r>
                        <a:rPr sz="1425" b="1">
                          <a:solidFill>
                            <a:srgbClr val="77D6DD"/>
                          </a:solidFill>
                          <a:latin typeface="Arial"/>
                          <a:ea typeface="Arial"/>
                          <a:cs typeface="Arial"/>
                        </a:rPr>
                        <a:t>Checkpoint</a:t>
                      </a:r>
                    </a:p>
                  </a:txBody>
                  <a:tcPr marL="91440" marR="91440" marT="45720" marB="45720">
                    <a:lnL w="9525">
                      <a:solidFill>
                        <a:srgbClr val="36515B"/>
                      </a:solidFill>
                      <a:prstDash val="solid"/>
                    </a:lnL>
                    <a:lnR w="9525">
                      <a:solidFill>
                        <a:srgbClr val="36515B"/>
                      </a:solidFill>
                      <a:prstDash val="solid"/>
                    </a:lnR>
                    <a:lnT w="9525">
                      <a:solidFill>
                        <a:srgbClr val="36515B"/>
                      </a:solidFill>
                      <a:prstDash val="solid"/>
                    </a:lnT>
                    <a:lnB w="9525">
                      <a:solidFill>
                        <a:srgbClr val="36515B"/>
                      </a:solidFill>
                      <a:prstDash val="solid"/>
                    </a:lnB>
                    <a:solidFill>
                      <a:srgbClr val="1B343C"/>
                    </a:solidFill>
                  </a:tcPr>
                </a:tc>
                <a:tc>
                  <a:txBody>
                    <a:bodyPr/>
                    <a:lstStyle/>
                    <a:p>
                      <a:r>
                        <a:rPr sz="1425" b="1">
                          <a:solidFill>
                            <a:srgbClr val="77D6DD"/>
                          </a:solidFill>
                          <a:latin typeface="Arial"/>
                          <a:ea typeface="Arial"/>
                          <a:cs typeface="Arial"/>
                        </a:rPr>
                        <a:t>Training images</a:t>
                      </a:r>
                    </a:p>
                  </a:txBody>
                  <a:tcPr marL="91440" marR="91440" marT="45720" marB="45720">
                    <a:lnR w="9525">
                      <a:solidFill>
                        <a:srgbClr val="36515B"/>
                      </a:solidFill>
                      <a:prstDash val="solid"/>
                    </a:lnR>
                    <a:lnT w="9525">
                      <a:solidFill>
                        <a:srgbClr val="36515B"/>
                      </a:solidFill>
                      <a:prstDash val="solid"/>
                    </a:lnT>
                    <a:lnB w="9525">
                      <a:solidFill>
                        <a:srgbClr val="36515B"/>
                      </a:solidFill>
                      <a:prstDash val="solid"/>
                    </a:lnB>
                    <a:solidFill>
                      <a:srgbClr val="1B343C"/>
                    </a:solidFill>
                  </a:tcPr>
                </a:tc>
                <a:tc>
                  <a:txBody>
                    <a:bodyPr/>
                    <a:lstStyle/>
                    <a:p>
                      <a:r>
                        <a:rPr sz="1425" b="1">
                          <a:solidFill>
                            <a:srgbClr val="77D6DD"/>
                          </a:solidFill>
                          <a:latin typeface="Arial"/>
                          <a:ea typeface="Arial"/>
                          <a:cs typeface="Arial"/>
                        </a:rPr>
                        <a:t>Evaluation scope</a:t>
                      </a:r>
                    </a:p>
                  </a:txBody>
                  <a:tcPr marL="91440" marR="91440" marT="45720" marB="45720">
                    <a:lnR w="9525">
                      <a:solidFill>
                        <a:srgbClr val="36515B"/>
                      </a:solidFill>
                      <a:prstDash val="solid"/>
                    </a:lnR>
                    <a:lnT w="9525">
                      <a:solidFill>
                        <a:srgbClr val="36515B"/>
                      </a:solidFill>
                      <a:prstDash val="solid"/>
                    </a:lnT>
                    <a:lnB w="9525">
                      <a:solidFill>
                        <a:srgbClr val="36515B"/>
                      </a:solidFill>
                      <a:prstDash val="solid"/>
                    </a:lnB>
                    <a:solidFill>
                      <a:srgbClr val="1B343C"/>
                    </a:solidFill>
                  </a:tcPr>
                </a:tc>
                <a:tc>
                  <a:txBody>
                    <a:bodyPr/>
                    <a:lstStyle/>
                    <a:p>
                      <a:r>
                        <a:rPr sz="1425" b="1">
                          <a:solidFill>
                            <a:srgbClr val="77D6DD"/>
                          </a:solidFill>
                          <a:latin typeface="Arial"/>
                          <a:ea typeface="Arial"/>
                          <a:cs typeface="Arial"/>
                        </a:rPr>
                        <a:t>mAP50</a:t>
                      </a:r>
                    </a:p>
                  </a:txBody>
                  <a:tcPr marL="91440" marR="91440" marT="45720" marB="45720">
                    <a:lnR w="9525">
                      <a:solidFill>
                        <a:srgbClr val="36515B"/>
                      </a:solidFill>
                      <a:prstDash val="solid"/>
                    </a:lnR>
                    <a:lnT w="9525">
                      <a:solidFill>
                        <a:srgbClr val="36515B"/>
                      </a:solidFill>
                      <a:prstDash val="solid"/>
                    </a:lnT>
                    <a:lnB w="9525">
                      <a:solidFill>
                        <a:srgbClr val="36515B"/>
                      </a:solidFill>
                      <a:prstDash val="solid"/>
                    </a:lnB>
                    <a:solidFill>
                      <a:srgbClr val="1B343C"/>
                    </a:solidFill>
                  </a:tcPr>
                </a:tc>
                <a:tc>
                  <a:txBody>
                    <a:bodyPr/>
                    <a:lstStyle/>
                    <a:p>
                      <a:r>
                        <a:rPr sz="1425" b="1">
                          <a:solidFill>
                            <a:srgbClr val="77D6DD"/>
                          </a:solidFill>
                          <a:latin typeface="Arial"/>
                          <a:ea typeface="Arial"/>
                          <a:cs typeface="Arial"/>
                        </a:rPr>
                        <a:t>mAP50–95</a:t>
                      </a:r>
                    </a:p>
                  </a:txBody>
                  <a:tcPr marL="91440" marR="91440" marT="45720" marB="45720">
                    <a:lnR w="9525">
                      <a:solidFill>
                        <a:srgbClr val="36515B"/>
                      </a:solidFill>
                      <a:prstDash val="solid"/>
                    </a:lnR>
                    <a:lnT w="9525">
                      <a:solidFill>
                        <a:srgbClr val="36515B"/>
                      </a:solidFill>
                      <a:prstDash val="solid"/>
                    </a:lnT>
                    <a:lnB w="9525">
                      <a:solidFill>
                        <a:srgbClr val="36515B"/>
                      </a:solidFill>
                      <a:prstDash val="solid"/>
                    </a:lnB>
                    <a:solidFill>
                      <a:srgbClr val="1B343C"/>
                    </a:solidFill>
                  </a:tcPr>
                </a:tc>
              </a:tr>
              <a:tr h="697706">
                <a:tc>
                  <a:txBody>
                    <a:bodyPr/>
                    <a:lstStyle/>
                    <a:p>
                      <a:r>
                        <a:rPr sz="1725" b="0">
                          <a:solidFill>
                            <a:srgbClr val="F0F5F6"/>
                          </a:solidFill>
                          <a:latin typeface="Arial"/>
                          <a:ea typeface="Arial"/>
                          <a:cs typeface="Arial"/>
                        </a:rPr>
                        <a:t>RoadScan baseline</a:t>
                      </a:r>
                    </a:p>
                  </a:txBody>
                  <a:tcPr marL="91440" marR="91440" marT="45720" marB="45720">
                    <a:lnL w="9525">
                      <a:solidFill>
                        <a:srgbClr val="36515B"/>
                      </a:solidFill>
                      <a:prstDash val="solid"/>
                    </a:lnL>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8,000</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US holdout</a:t>
                      </a:r>
                    </a:p>
                    <a:p>
                      <a:r>
                        <a:rPr sz="1725" b="0">
                          <a:solidFill>
                            <a:srgbClr val="F0F5F6"/>
                          </a:solidFill>
                          <a:latin typeface="Arial"/>
                          <a:ea typeface="Arial"/>
                          <a:cs typeface="Arial"/>
                        </a:rPr>
                        <a:t>1,000 images</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25.05%</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10.96%</a:t>
                      </a:r>
                    </a:p>
                  </a:txBody>
                  <a:tcPr marL="91440" marR="91440" marT="45720" marB="45720">
                    <a:lnR w="9525">
                      <a:solidFill>
                        <a:srgbClr val="36515B"/>
                      </a:solidFill>
                      <a:prstDash val="solid"/>
                    </a:lnR>
                    <a:lnB w="9525">
                      <a:solidFill>
                        <a:srgbClr val="36515B"/>
                      </a:solidFill>
                      <a:prstDash val="solid"/>
                    </a:lnB>
                    <a:solidFill>
                      <a:srgbClr val="0C1820"/>
                    </a:solidFill>
                  </a:tcPr>
                </a:tc>
              </a:tr>
              <a:tr h="697706">
                <a:tc>
                  <a:txBody>
                    <a:bodyPr/>
                    <a:lstStyle/>
                    <a:p>
                      <a:r>
                        <a:rPr sz="1725" b="0">
                          <a:solidFill>
                            <a:srgbClr val="F0F5F6"/>
                          </a:solidFill>
                          <a:latin typeface="Arial"/>
                          <a:ea typeface="Arial"/>
                          <a:cs typeface="Arial"/>
                        </a:rPr>
                        <a:t>YOLO26s main</a:t>
                      </a:r>
                    </a:p>
                  </a:txBody>
                  <a:tcPr marL="91440" marR="91440" marT="45720" marB="45720">
                    <a:lnL w="9525">
                      <a:solidFill>
                        <a:srgbClr val="36515B"/>
                      </a:solidFill>
                      <a:prstDash val="solid"/>
                    </a:lnL>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~41,000</a:t>
                      </a:r>
                    </a:p>
                    <a:p>
                      <a:r>
                        <a:rPr sz="1725" b="0">
                          <a:solidFill>
                            <a:srgbClr val="F0F5F6"/>
                          </a:solidFill>
                          <a:latin typeface="Arial"/>
                          <a:ea typeface="Arial"/>
                          <a:cs typeface="Arial"/>
                        </a:rPr>
                        <a:t>reported</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Team RDD test</a:t>
                      </a:r>
                    </a:p>
                    <a:p>
                      <a:r>
                        <a:rPr sz="1725" b="0">
                          <a:solidFill>
                            <a:srgbClr val="F0F5F6"/>
                          </a:solidFill>
                          <a:latin typeface="Arial"/>
                          <a:ea typeface="Arial"/>
                          <a:cs typeface="Arial"/>
                        </a:rPr>
                        <a:t>5,758 reported</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63.04%</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33.01%</a:t>
                      </a:r>
                    </a:p>
                  </a:txBody>
                  <a:tcPr marL="91440" marR="91440" marT="45720" marB="45720">
                    <a:lnR w="9525">
                      <a:solidFill>
                        <a:srgbClr val="36515B"/>
                      </a:solidFill>
                      <a:prstDash val="solid"/>
                    </a:lnR>
                    <a:lnB w="9525">
                      <a:solidFill>
                        <a:srgbClr val="36515B"/>
                      </a:solidFill>
                      <a:prstDash val="solid"/>
                    </a:lnB>
                    <a:solidFill>
                      <a:srgbClr val="0C1820"/>
                    </a:solidFill>
                  </a:tcPr>
                </a:tc>
              </a:tr>
              <a:tr h="697706">
                <a:tc>
                  <a:txBody>
                    <a:bodyPr/>
                    <a:lstStyle/>
                    <a:p>
                      <a:r>
                        <a:rPr sz="1725" b="0">
                          <a:solidFill>
                            <a:srgbClr val="F0F5F6"/>
                          </a:solidFill>
                          <a:latin typeface="Arial"/>
                          <a:ea typeface="Arial"/>
                          <a:cs typeface="Arial"/>
                        </a:rPr>
                        <a:t>RT-DETR-L</a:t>
                      </a:r>
                    </a:p>
                  </a:txBody>
                  <a:tcPr marL="91440" marR="91440" marT="45720" marB="45720">
                    <a:lnL w="9525">
                      <a:solidFill>
                        <a:srgbClr val="36515B"/>
                      </a:solidFill>
                      <a:prstDash val="solid"/>
                    </a:lnL>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Count</a:t>
                      </a:r>
                    </a:p>
                    <a:p>
                      <a:r>
                        <a:rPr sz="1725" b="0">
                          <a:solidFill>
                            <a:srgbClr val="F0F5F6"/>
                          </a:solidFill>
                          <a:latin typeface="Arial"/>
                          <a:ea typeface="Arial"/>
                          <a:cs typeface="Arial"/>
                        </a:rPr>
                        <a:t>unverified</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Saved validation</a:t>
                      </a:r>
                    </a:p>
                    <a:p>
                      <a:r>
                        <a:rPr sz="1725" b="0">
                          <a:solidFill>
                            <a:srgbClr val="F0F5F6"/>
                          </a:solidFill>
                          <a:latin typeface="Arial"/>
                          <a:ea typeface="Arial"/>
                          <a:cs typeface="Arial"/>
                        </a:rPr>
                        <a:t>different split</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61.77%</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31.28%</a:t>
                      </a:r>
                    </a:p>
                  </a:txBody>
                  <a:tcPr marL="91440" marR="91440" marT="45720" marB="45720">
                    <a:lnR w="9525">
                      <a:solidFill>
                        <a:srgbClr val="36515B"/>
                      </a:solidFill>
                      <a:prstDash val="solid"/>
                    </a:lnR>
                    <a:lnB w="9525">
                      <a:solidFill>
                        <a:srgbClr val="36515B"/>
                      </a:solidFill>
                      <a:prstDash val="solid"/>
                    </a:lnB>
                    <a:solidFill>
                      <a:srgbClr val="0C1820"/>
                    </a:solidFill>
                  </a:tcPr>
                </a:tc>
              </a:tr>
            </a:tbl>
          </a:graphicData>
        </a:graphic>
      </p:graphicFrame>
      <p:sp>
        <p:nvSpPr>
          <p:cNvPr id="6" name="Baseline: 8,000 train + 1,000 Czech validation + 1">
            <a:extLst xmlns:a="http://schemas.openxmlformats.org/drawingml/2006/main">
              <a:ext uri="{FF2B5EF4-FFF2-40B4-BE49-F238E27FC236}">
                <a16:creationId xmlns:a16="http://schemas.microsoft.com/office/drawing/2014/main" id="{65192F78-ADCB-47BC-B549-4DE250F50AE0}"/>
              </a:ext>
            </a:extLst>
          </p:cNvPr>
          <p:cNvSpPr>
            <a:spLocks xmlns:a="http://schemas.openxmlformats.org/drawingml/2006/main" noGrp="1"/>
          </p:cNvSpPr>
          <p:nvPr/>
        </p:nvSpPr>
        <p:spPr>
          <a:xfrm xmlns:a="http://schemas.openxmlformats.org/drawingml/2006/main">
            <a:off x="552450" y="5010150"/>
            <a:ext cx="11001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DCFA6B"/>
                </a:solidFill>
                <a:latin typeface="Arial"/>
                <a:ea typeface="Arial"/>
                <a:cs typeface="Arial"/>
              </a:defRPr>
            </a:defPPr>
            <a:lvl1pPr>
              <a:defRPr sz="1800" b="1">
                <a:solidFill>
                  <a:srgbClr val="DCFA6B"/>
                </a:solidFill>
                <a:latin typeface="Arial"/>
                <a:ea typeface="Arial"/>
                <a:cs typeface="Arial"/>
              </a:defRPr>
            </a:lvl1pPr>
            <a:lvl2pPr>
              <a:defRPr sz="1800" b="1">
                <a:solidFill>
                  <a:srgbClr val="DCFA6B"/>
                </a:solidFill>
                <a:latin typeface="Arial"/>
                <a:ea typeface="Arial"/>
                <a:cs typeface="Arial"/>
              </a:defRPr>
            </a:lvl2pPr>
            <a:lvl3pPr>
              <a:defRPr sz="1800" b="1">
                <a:solidFill>
                  <a:srgbClr val="DCFA6B"/>
                </a:solidFill>
                <a:latin typeface="Arial"/>
                <a:ea typeface="Arial"/>
                <a:cs typeface="Arial"/>
              </a:defRPr>
            </a:lvl3pPr>
            <a:lvl4pPr>
              <a:defRPr sz="1800" b="1">
                <a:solidFill>
                  <a:srgbClr val="DCFA6B"/>
                </a:solidFill>
                <a:latin typeface="Arial"/>
                <a:ea typeface="Arial"/>
                <a:cs typeface="Arial"/>
              </a:defRPr>
            </a:lvl4pPr>
            <a:lvl5pPr>
              <a:defRPr sz="1800" b="1">
                <a:solidFill>
                  <a:srgbClr val="DCFA6B"/>
                </a:solidFill>
                <a:latin typeface="Arial"/>
                <a:ea typeface="Arial"/>
                <a:cs typeface="Arial"/>
              </a:defRPr>
            </a:lvl5pPr>
            <a:lvl6pPr>
              <a:defRPr sz="1800" b="1">
                <a:solidFill>
                  <a:srgbClr val="DCFA6B"/>
                </a:solidFill>
                <a:latin typeface="Arial"/>
                <a:ea typeface="Arial"/>
                <a:cs typeface="Arial"/>
              </a:defRPr>
            </a:lvl6pPr>
            <a:lvl7pPr>
              <a:defRPr sz="1800" b="1">
                <a:solidFill>
                  <a:srgbClr val="DCFA6B"/>
                </a:solidFill>
                <a:latin typeface="Arial"/>
                <a:ea typeface="Arial"/>
                <a:cs typeface="Arial"/>
              </a:defRPr>
            </a:lvl7pPr>
            <a:lvl8pPr>
              <a:defRPr sz="1800" b="1">
                <a:solidFill>
                  <a:srgbClr val="DCFA6B"/>
                </a:solidFill>
                <a:latin typeface="Arial"/>
                <a:ea typeface="Arial"/>
                <a:cs typeface="Arial"/>
              </a:defRPr>
            </a:lvl8pPr>
            <a:lvl9pPr>
              <a:defRPr sz="1800" b="1">
                <a:solidFill>
                  <a:srgbClr val="DCFA6B"/>
                </a:solidFill>
                <a:latin typeface="Arial"/>
                <a:ea typeface="Arial"/>
                <a:cs typeface="Arial"/>
              </a:defRPr>
            </a:lvl9pPr>
          </a:lstStyle>
          <a:p xmlns:a="http://schemas.openxmlformats.org/drawingml/2006/main">
            <a:pPr>
              <a:defRPr sz="1800" b="1">
                <a:solidFill>
                  <a:srgbClr val="DCFA6B"/>
                </a:solidFill>
                <a:latin typeface="Arial"/>
                <a:ea typeface="Arial"/>
                <a:cs typeface="Arial"/>
              </a:defRPr>
            </a:pPr>
            <a:r>
              <a:rPr sz="1800" b="1">
                <a:solidFill>
                  <a:srgbClr val="DCFA6B"/>
                </a:solidFill>
                <a:latin typeface="Arial"/>
                <a:ea typeface="Arial"/>
                <a:cs typeface="Arial"/>
              </a:rPr>
              <a:t>Baseline: 8,000 train + 1,000 Czech validation + 1,000 US test</a:t>
            </a:r>
          </a:p>
        </p:txBody>
      </p:sp>
      <p:sp>
        <p:nvSpPr>
          <p:cNvPr id="7" name="These rows are separate experiments, not a common-">
            <a:extLst xmlns:a="http://schemas.openxmlformats.org/drawingml/2006/main">
              <a:ext uri="{FF2B5EF4-FFF2-40B4-BE49-F238E27FC236}">
                <a16:creationId xmlns:a16="http://schemas.microsoft.com/office/drawing/2014/main" id="{E9DF56E0-1E81-402F-9000-84DF55820445}"/>
              </a:ext>
            </a:extLst>
          </p:cNvPr>
          <p:cNvSpPr>
            <a:spLocks xmlns:a="http://schemas.openxmlformats.org/drawingml/2006/main" noGrp="1"/>
          </p:cNvSpPr>
          <p:nvPr/>
        </p:nvSpPr>
        <p:spPr>
          <a:xfrm xmlns:a="http://schemas.openxmlformats.org/drawingml/2006/main">
            <a:off x="552450" y="5457825"/>
            <a:ext cx="11001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F0F5F6"/>
                </a:solidFill>
                <a:latin typeface="Arial"/>
                <a:ea typeface="Arial"/>
                <a:cs typeface="Arial"/>
              </a:defRPr>
            </a:defPPr>
            <a:lvl1pPr>
              <a:defRPr sz="2025" b="1">
                <a:solidFill>
                  <a:srgbClr val="F0F5F6"/>
                </a:solidFill>
                <a:latin typeface="Arial"/>
                <a:ea typeface="Arial"/>
                <a:cs typeface="Arial"/>
              </a:defRPr>
            </a:lvl1pPr>
            <a:lvl2pPr>
              <a:defRPr sz="2025" b="1">
                <a:solidFill>
                  <a:srgbClr val="F0F5F6"/>
                </a:solidFill>
                <a:latin typeface="Arial"/>
                <a:ea typeface="Arial"/>
                <a:cs typeface="Arial"/>
              </a:defRPr>
            </a:lvl2pPr>
            <a:lvl3pPr>
              <a:defRPr sz="2025" b="1">
                <a:solidFill>
                  <a:srgbClr val="F0F5F6"/>
                </a:solidFill>
                <a:latin typeface="Arial"/>
                <a:ea typeface="Arial"/>
                <a:cs typeface="Arial"/>
              </a:defRPr>
            </a:lvl3pPr>
            <a:lvl4pPr>
              <a:defRPr sz="2025" b="1">
                <a:solidFill>
                  <a:srgbClr val="F0F5F6"/>
                </a:solidFill>
                <a:latin typeface="Arial"/>
                <a:ea typeface="Arial"/>
                <a:cs typeface="Arial"/>
              </a:defRPr>
            </a:lvl4pPr>
            <a:lvl5pPr>
              <a:defRPr sz="2025" b="1">
                <a:solidFill>
                  <a:srgbClr val="F0F5F6"/>
                </a:solidFill>
                <a:latin typeface="Arial"/>
                <a:ea typeface="Arial"/>
                <a:cs typeface="Arial"/>
              </a:defRPr>
            </a:lvl5pPr>
            <a:lvl6pPr>
              <a:defRPr sz="2025" b="1">
                <a:solidFill>
                  <a:srgbClr val="F0F5F6"/>
                </a:solidFill>
                <a:latin typeface="Arial"/>
                <a:ea typeface="Arial"/>
                <a:cs typeface="Arial"/>
              </a:defRPr>
            </a:lvl6pPr>
            <a:lvl7pPr>
              <a:defRPr sz="2025" b="1">
                <a:solidFill>
                  <a:srgbClr val="F0F5F6"/>
                </a:solidFill>
                <a:latin typeface="Arial"/>
                <a:ea typeface="Arial"/>
                <a:cs typeface="Arial"/>
              </a:defRPr>
            </a:lvl7pPr>
            <a:lvl8pPr>
              <a:defRPr sz="2025" b="1">
                <a:solidFill>
                  <a:srgbClr val="F0F5F6"/>
                </a:solidFill>
                <a:latin typeface="Arial"/>
                <a:ea typeface="Arial"/>
                <a:cs typeface="Arial"/>
              </a:defRPr>
            </a:lvl8pPr>
            <a:lvl9pPr>
              <a:defRPr sz="2025" b="1">
                <a:solidFill>
                  <a:srgbClr val="F0F5F6"/>
                </a:solidFill>
                <a:latin typeface="Arial"/>
                <a:ea typeface="Arial"/>
                <a:cs typeface="Arial"/>
              </a:defRPr>
            </a:lvl9pPr>
          </a:lstStyle>
          <a:p xmlns:a="http://schemas.openxmlformats.org/drawingml/2006/main">
            <a:pPr>
              <a:defRPr sz="2025" b="1">
                <a:solidFill>
                  <a:srgbClr val="F0F5F6"/>
                </a:solidFill>
                <a:latin typeface="Arial"/>
                <a:ea typeface="Arial"/>
                <a:cs typeface="Arial"/>
              </a:defRPr>
            </a:pPr>
            <a:r>
              <a:rPr sz="2025" b="1">
                <a:solidFill>
                  <a:srgbClr val="F0F5F6"/>
                </a:solidFill>
                <a:latin typeface="Arial"/>
                <a:ea typeface="Arial"/>
                <a:cs typeface="Arial"/>
              </a:rPr>
              <a:t>These rows are separate experiments, not a common-test leaderboard.</a:t>
            </a:r>
          </a:p>
        </p:txBody>
      </p:sp>
      <p:sp>
        <p:nvSpPr>
          <p:cNvPr id="8" name="Team data includes reported near-duplicate leakage">
            <a:extLst xmlns:a="http://schemas.openxmlformats.org/drawingml/2006/main">
              <a:ext uri="{FF2B5EF4-FFF2-40B4-BE49-F238E27FC236}">
                <a16:creationId xmlns:a16="http://schemas.microsoft.com/office/drawing/2014/main" id="{963A5BAA-5214-4208-A1F1-EE635430DECC}"/>
              </a:ext>
            </a:extLst>
          </p:cNvPr>
          <p:cNvSpPr>
            <a:spLocks xmlns:a="http://schemas.openxmlformats.org/drawingml/2006/main" noGrp="1"/>
          </p:cNvSpPr>
          <p:nvPr/>
        </p:nvSpPr>
        <p:spPr>
          <a:xfrm xmlns:a="http://schemas.openxmlformats.org/drawingml/2006/main">
            <a:off x="552450" y="5924550"/>
            <a:ext cx="11001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Team data includes reported near-duplicate leakage. Saudi field accuracy is still unmeasured.</a:t>
            </a:r>
          </a:p>
        </p:txBody>
      </p:sp>
    </p:spTree>
    <p:extLst>
      <p:ext uri="{BB962C8B-B14F-4D97-AF65-F5344CB8AC3E}">
        <p14:creationId xmlns:p14="http://schemas.microsoft.com/office/powerpoint/2010/main" val="779302791"/>
      </p:ext>
    </p:extLst>
  </p:cSld>
</p:sld>
</file>

<file path=ppt/slides/slide5.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cxnSp>
        <p:nvCxnSpPr>
          <p:cNvPr id="28" name="">
            <a:extLst xmlns:a="http://schemas.openxmlformats.org/drawingml/2006/main">
              <a:ext uri="{FF2B5EF4-FFF2-40B4-BE49-F238E27FC236}">
                <a16:creationId xmlns:a16="http://schemas.microsoft.com/office/drawing/2014/main" id="{FCB344A1-52D4-4143-82E0-F62921A50D4C}"/>
              </a:ext>
            </a:extLst>
          </p:cNvPr>
          <p:cNvCxnSpPr>
            <a:stCxn xmlns:a="http://schemas.openxmlformats.org/drawingml/2006/main" id="21" idx="3"/>
            <a:endCxn xmlns:a="http://schemas.openxmlformats.org/drawingml/2006/main" id="24" idx="1"/>
          </p:cNvCxnSpPr>
          <p:nvPr/>
        </p:nvCxnSpPr>
        <p:spPr>
          <a:xfrm xmlns:a="http://schemas.openxmlformats.org/drawingml/2006/main">
            <a:off x="7581900" y="5057775"/>
            <a:ext cx="685800" cy="0"/>
          </a:xfrm>
          <a:prstGeom xmlns:a="http://schemas.openxmlformats.org/drawingml/2006/main" prst="straightConnector1">
            <a:avLst/>
          </a:prstGeom>
          <a:ln xmlns:a="http://schemas.openxmlformats.org/drawingml/2006/main" w="19050">
            <a:solidFill>
              <a:srgbClr val="77D6DD"/>
            </a:solidFill>
            <a:tailEnd type="triangle" w="med" len="med"/>
          </a:ln>
        </p:spPr>
      </p:cxnSp>
      <p:cxnSp>
        <p:nvCxnSpPr>
          <p:cNvPr id="27" name="">
            <a:extLst xmlns:a="http://schemas.openxmlformats.org/drawingml/2006/main">
              <a:ext uri="{FF2B5EF4-FFF2-40B4-BE49-F238E27FC236}">
                <a16:creationId xmlns:a16="http://schemas.microsoft.com/office/drawing/2014/main" id="{276DC405-1222-4834-A73F-02CDB854006C}"/>
              </a:ext>
            </a:extLst>
          </p:cNvPr>
          <p:cNvCxnSpPr>
            <a:stCxn xmlns:a="http://schemas.openxmlformats.org/drawingml/2006/main" id="18" idx="3"/>
            <a:endCxn xmlns:a="http://schemas.openxmlformats.org/drawingml/2006/main" id="21" idx="1"/>
          </p:cNvCxnSpPr>
          <p:nvPr/>
        </p:nvCxnSpPr>
        <p:spPr>
          <a:xfrm xmlns:a="http://schemas.openxmlformats.org/drawingml/2006/main">
            <a:off x="3724275" y="5057775"/>
            <a:ext cx="685800" cy="0"/>
          </a:xfrm>
          <a:prstGeom xmlns:a="http://schemas.openxmlformats.org/drawingml/2006/main" prst="straightConnector1">
            <a:avLst/>
          </a:prstGeom>
          <a:ln xmlns:a="http://schemas.openxmlformats.org/drawingml/2006/main" w="19050">
            <a:solidFill>
              <a:srgbClr val="77D6DD"/>
            </a:solidFill>
            <a:tailEnd type="triangle" w="med" len="med"/>
          </a:ln>
        </p:spPr>
      </p:cxnSp>
      <p:cxnSp>
        <p:nvCxnSpPr>
          <p:cNvPr id="16" name="">
            <a:extLst xmlns:a="http://schemas.openxmlformats.org/drawingml/2006/main">
              <a:ext uri="{FF2B5EF4-FFF2-40B4-BE49-F238E27FC236}">
                <a16:creationId xmlns:a16="http://schemas.microsoft.com/office/drawing/2014/main" id="{4F45D7E7-7161-4D28-8A79-2AB4D671B5C7}"/>
              </a:ext>
            </a:extLst>
          </p:cNvPr>
          <p:cNvCxnSpPr>
            <a:stCxn xmlns:a="http://schemas.openxmlformats.org/drawingml/2006/main" id="9" idx="3"/>
            <a:endCxn xmlns:a="http://schemas.openxmlformats.org/drawingml/2006/main" id="12" idx="1"/>
          </p:cNvCxnSpPr>
          <p:nvPr/>
        </p:nvCxnSpPr>
        <p:spPr>
          <a:xfrm xmlns:a="http://schemas.openxmlformats.org/drawingml/2006/main">
            <a:off x="7581900" y="3038475"/>
            <a:ext cx="685800" cy="0"/>
          </a:xfrm>
          <a:prstGeom xmlns:a="http://schemas.openxmlformats.org/drawingml/2006/main" prst="straightConnector1">
            <a:avLst/>
          </a:prstGeom>
          <a:ln xmlns:a="http://schemas.openxmlformats.org/drawingml/2006/main" w="19050">
            <a:solidFill>
              <a:srgbClr val="77D6DD"/>
            </a:solidFill>
            <a:tailEnd type="triangle" w="med" len="med"/>
          </a:ln>
        </p:spPr>
      </p:cxnSp>
      <p:cxnSp>
        <p:nvCxnSpPr>
          <p:cNvPr id="15" name="">
            <a:extLst xmlns:a="http://schemas.openxmlformats.org/drawingml/2006/main">
              <a:ext uri="{FF2B5EF4-FFF2-40B4-BE49-F238E27FC236}">
                <a16:creationId xmlns:a16="http://schemas.microsoft.com/office/drawing/2014/main" id="{BDBC1AC9-6FA5-436E-90D1-0143351FBD10}"/>
              </a:ext>
            </a:extLst>
          </p:cNvPr>
          <p:cNvCxnSpPr>
            <a:stCxn xmlns:a="http://schemas.openxmlformats.org/drawingml/2006/main" id="6" idx="3"/>
            <a:endCxn xmlns:a="http://schemas.openxmlformats.org/drawingml/2006/main" id="9" idx="1"/>
          </p:cNvCxnSpPr>
          <p:nvPr/>
        </p:nvCxnSpPr>
        <p:spPr>
          <a:xfrm xmlns:a="http://schemas.openxmlformats.org/drawingml/2006/main">
            <a:off x="3724275" y="3038475"/>
            <a:ext cx="685800" cy="0"/>
          </a:xfrm>
          <a:prstGeom xmlns:a="http://schemas.openxmlformats.org/drawingml/2006/main" prst="straightConnector1">
            <a:avLst/>
          </a:prstGeom>
          <a:ln xmlns:a="http://schemas.openxmlformats.org/drawingml/2006/main" w="19050">
            <a:solidFill>
              <a:srgbClr val="77D6DD"/>
            </a:solidFill>
            <a:tailEnd type="triangle" w="med" len="med"/>
          </a:ln>
        </p:spPr>
      </p:cxnSp>
      <p:sp>
        <p:nvSpPr>
          <p:cNvPr id="30" name="CAMERA AND UPLOADED VIDEO">
            <a:extLst xmlns:a="http://schemas.openxmlformats.org/drawingml/2006/main">
              <a:ext uri="{FF2B5EF4-FFF2-40B4-BE49-F238E27FC236}">
                <a16:creationId xmlns:a16="http://schemas.microsoft.com/office/drawing/2014/main" id="{3B08F3C1-9225-43E5-B9F8-29D0BD9F3F03}"/>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CAMERA AND UPLOADED VIDEO</a:t>
            </a:r>
          </a:p>
        </p:txBody>
      </p:sp>
      <p:sp>
        <p:nvSpPr>
          <p:cNvPr id="2" name="Live viewing and complete video analysis">
            <a:extLst xmlns:a="http://schemas.openxmlformats.org/drawingml/2006/main">
              <a:ext uri="{FF2B5EF4-FFF2-40B4-BE49-F238E27FC236}">
                <a16:creationId xmlns:a16="http://schemas.microsoft.com/office/drawing/2014/main" id="{54B4E1E0-CFE0-4170-87A9-C84E34CAF583}"/>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Live viewing and complete video analysis</a:t>
            </a:r>
          </a:p>
        </p:txBody>
      </p:sp>
      <p:sp>
        <p:nvSpPr>
          <p:cNvPr id="3" name="RoadScan / AIEP capstone">
            <a:extLst xmlns:a="http://schemas.openxmlformats.org/drawingml/2006/main">
              <a:ext uri="{FF2B5EF4-FFF2-40B4-BE49-F238E27FC236}">
                <a16:creationId xmlns:a16="http://schemas.microsoft.com/office/drawing/2014/main" id="{14870B46-8A17-40BD-A145-5C240CAB8404}"/>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05">
            <a:extLst xmlns:a="http://schemas.openxmlformats.org/drawingml/2006/main">
              <a:ext uri="{FF2B5EF4-FFF2-40B4-BE49-F238E27FC236}">
                <a16:creationId xmlns:a16="http://schemas.microsoft.com/office/drawing/2014/main" id="{AF95188B-6DCC-4FAB-8735-FAA5594B4C24}"/>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05</a:t>
            </a:r>
          </a:p>
        </p:txBody>
      </p:sp>
      <p:sp>
        <p:nvSpPr>
          <p:cNvPr id="5" name="Camera / Iriun / USB">
            <a:extLst xmlns:a="http://schemas.openxmlformats.org/drawingml/2006/main">
              <a:ext uri="{FF2B5EF4-FFF2-40B4-BE49-F238E27FC236}">
                <a16:creationId xmlns:a16="http://schemas.microsoft.com/office/drawing/2014/main" id="{72CBFAF6-7156-488E-9855-91A14F24C442}"/>
              </a:ext>
            </a:extLst>
          </p:cNvPr>
          <p:cNvSpPr>
            <a:spLocks xmlns:a="http://schemas.openxmlformats.org/drawingml/2006/main" noGrp="1"/>
          </p:cNvSpPr>
          <p:nvPr/>
        </p:nvSpPr>
        <p:spPr>
          <a:xfrm xmlns:a="http://schemas.openxmlformats.org/drawingml/2006/main">
            <a:off x="552450" y="1981200"/>
            <a:ext cx="1076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DCFA6B"/>
                </a:solidFill>
                <a:latin typeface="Arial"/>
                <a:ea typeface="Arial"/>
                <a:cs typeface="Arial"/>
              </a:defRPr>
            </a:defPPr>
            <a:lvl1pPr>
              <a:defRPr sz="2325" b="1">
                <a:solidFill>
                  <a:srgbClr val="DCFA6B"/>
                </a:solidFill>
                <a:latin typeface="Arial"/>
                <a:ea typeface="Arial"/>
                <a:cs typeface="Arial"/>
              </a:defRPr>
            </a:lvl1pPr>
            <a:lvl2pPr>
              <a:defRPr sz="2325" b="1">
                <a:solidFill>
                  <a:srgbClr val="DCFA6B"/>
                </a:solidFill>
                <a:latin typeface="Arial"/>
                <a:ea typeface="Arial"/>
                <a:cs typeface="Arial"/>
              </a:defRPr>
            </a:lvl2pPr>
            <a:lvl3pPr>
              <a:defRPr sz="2325" b="1">
                <a:solidFill>
                  <a:srgbClr val="DCFA6B"/>
                </a:solidFill>
                <a:latin typeface="Arial"/>
                <a:ea typeface="Arial"/>
                <a:cs typeface="Arial"/>
              </a:defRPr>
            </a:lvl3pPr>
            <a:lvl4pPr>
              <a:defRPr sz="2325" b="1">
                <a:solidFill>
                  <a:srgbClr val="DCFA6B"/>
                </a:solidFill>
                <a:latin typeface="Arial"/>
                <a:ea typeface="Arial"/>
                <a:cs typeface="Arial"/>
              </a:defRPr>
            </a:lvl4pPr>
            <a:lvl5pPr>
              <a:defRPr sz="2325" b="1">
                <a:solidFill>
                  <a:srgbClr val="DCFA6B"/>
                </a:solidFill>
                <a:latin typeface="Arial"/>
                <a:ea typeface="Arial"/>
                <a:cs typeface="Arial"/>
              </a:defRPr>
            </a:lvl5pPr>
            <a:lvl6pPr>
              <a:defRPr sz="2325" b="1">
                <a:solidFill>
                  <a:srgbClr val="DCFA6B"/>
                </a:solidFill>
                <a:latin typeface="Arial"/>
                <a:ea typeface="Arial"/>
                <a:cs typeface="Arial"/>
              </a:defRPr>
            </a:lvl6pPr>
            <a:lvl7pPr>
              <a:defRPr sz="2325" b="1">
                <a:solidFill>
                  <a:srgbClr val="DCFA6B"/>
                </a:solidFill>
                <a:latin typeface="Arial"/>
                <a:ea typeface="Arial"/>
                <a:cs typeface="Arial"/>
              </a:defRPr>
            </a:lvl7pPr>
            <a:lvl8pPr>
              <a:defRPr sz="2325" b="1">
                <a:solidFill>
                  <a:srgbClr val="DCFA6B"/>
                </a:solidFill>
                <a:latin typeface="Arial"/>
                <a:ea typeface="Arial"/>
                <a:cs typeface="Arial"/>
              </a:defRPr>
            </a:lvl8pPr>
            <a:lvl9pPr>
              <a:defRPr sz="2325" b="1">
                <a:solidFill>
                  <a:srgbClr val="DCFA6B"/>
                </a:solidFill>
                <a:latin typeface="Arial"/>
                <a:ea typeface="Arial"/>
                <a:cs typeface="Arial"/>
              </a:defRPr>
            </a:lvl9pPr>
          </a:lstStyle>
          <a:p xmlns:a="http://schemas.openxmlformats.org/drawingml/2006/main">
            <a:pPr>
              <a:defRPr sz="2325" b="1">
                <a:solidFill>
                  <a:srgbClr val="DCFA6B"/>
                </a:solidFill>
                <a:latin typeface="Arial"/>
                <a:ea typeface="Arial"/>
                <a:cs typeface="Arial"/>
              </a:defRPr>
            </a:pPr>
            <a:r>
              <a:rPr sz="2325" b="1">
                <a:solidFill>
                  <a:srgbClr val="DCFA6B"/>
                </a:solidFill>
                <a:latin typeface="Arial"/>
                <a:ea typeface="Arial"/>
                <a:cs typeface="Arial"/>
              </a:rPr>
              <a:t>Camera / Iriun / USB</a:t>
            </a:r>
          </a:p>
        </p:txBody>
      </p:sp>
      <p:sp>
        <p:nvSpPr>
          <p:cNvPr id="6" name="">
            <a:extLst xmlns:a="http://schemas.openxmlformats.org/drawingml/2006/main">
              <a:ext uri="{FF2B5EF4-FFF2-40B4-BE49-F238E27FC236}">
                <a16:creationId xmlns:a16="http://schemas.microsoft.com/office/drawing/2014/main" id="{B10E571A-4493-4FEB-A246-B2D8FA6EB682}"/>
              </a:ext>
            </a:extLst>
          </p:cNvPr>
          <p:cNvSpPr>
            <a:spLocks xmlns:a="http://schemas.openxmlformats.org/drawingml/2006/main" noGrp="1"/>
          </p:cNvSpPr>
          <p:nvPr/>
        </p:nvSpPr>
        <p:spPr>
          <a:xfrm xmlns:a="http://schemas.openxmlformats.org/drawingml/2006/main">
            <a:off x="552450" y="2543175"/>
            <a:ext cx="3171825" cy="990600"/>
          </a:xfrm>
          <a:prstGeom xmlns:a="http://schemas.openxmlformats.org/drawingml/2006/main" prst="rect">
            <a:avLst/>
          </a:prstGeom>
          <a:solidFill xmlns:a="http://schemas.openxmlformats.org/drawingml/2006/main">
            <a:srgbClr val="142830"/>
          </a:solidFill>
          <a:ln xmlns:a="http://schemas.openxmlformats.org/drawingml/2006/main" w="9525">
            <a:solidFill>
              <a:srgbClr val="36515B"/>
            </a:solidFill>
          </a:ln>
        </p:spPr>
      </p:sp>
      <p:sp>
        <p:nvSpPr>
          <p:cNvPr id="7" name="Current camera frame">
            <a:extLst xmlns:a="http://schemas.openxmlformats.org/drawingml/2006/main">
              <a:ext uri="{FF2B5EF4-FFF2-40B4-BE49-F238E27FC236}">
                <a16:creationId xmlns:a16="http://schemas.microsoft.com/office/drawing/2014/main" id="{1041D3A7-87CA-4779-B9E8-A9A1C277F3E5}"/>
              </a:ext>
            </a:extLst>
          </p:cNvPr>
          <p:cNvSpPr>
            <a:spLocks xmlns:a="http://schemas.openxmlformats.org/drawingml/2006/main" noGrp="1"/>
          </p:cNvSpPr>
          <p:nvPr/>
        </p:nvSpPr>
        <p:spPr>
          <a:xfrm xmlns:a="http://schemas.openxmlformats.org/drawingml/2006/main">
            <a:off x="723900" y="2705100"/>
            <a:ext cx="2828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Current camera frame</a:t>
            </a:r>
          </a:p>
        </p:txBody>
      </p:sp>
      <p:sp>
        <p:nvSpPr>
          <p:cNvPr id="8" name="Browser captures a fresh frame">
            <a:extLst xmlns:a="http://schemas.openxmlformats.org/drawingml/2006/main">
              <a:ext uri="{FF2B5EF4-FFF2-40B4-BE49-F238E27FC236}">
                <a16:creationId xmlns:a16="http://schemas.microsoft.com/office/drawing/2014/main" id="{3D122ED9-BFCF-441C-9A41-9556FBE5526E}"/>
              </a:ext>
            </a:extLst>
          </p:cNvPr>
          <p:cNvSpPr>
            <a:spLocks xmlns:a="http://schemas.openxmlformats.org/drawingml/2006/main" noGrp="1"/>
          </p:cNvSpPr>
          <p:nvPr/>
        </p:nvSpPr>
        <p:spPr>
          <a:xfrm xmlns:a="http://schemas.openxmlformats.org/drawingml/2006/main">
            <a:off x="723900" y="3114675"/>
            <a:ext cx="28289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Browser captures a fresh frame</a:t>
            </a:r>
          </a:p>
        </p:txBody>
      </p:sp>
      <p:sp>
        <p:nvSpPr>
          <p:cNvPr id="9" name="">
            <a:extLst xmlns:a="http://schemas.openxmlformats.org/drawingml/2006/main">
              <a:ext uri="{FF2B5EF4-FFF2-40B4-BE49-F238E27FC236}">
                <a16:creationId xmlns:a16="http://schemas.microsoft.com/office/drawing/2014/main" id="{4A05C713-C0DC-4818-8263-EB0CAF356E78}"/>
              </a:ext>
            </a:extLst>
          </p:cNvPr>
          <p:cNvSpPr>
            <a:spLocks xmlns:a="http://schemas.openxmlformats.org/drawingml/2006/main" noGrp="1"/>
          </p:cNvSpPr>
          <p:nvPr/>
        </p:nvSpPr>
        <p:spPr>
          <a:xfrm xmlns:a="http://schemas.openxmlformats.org/drawingml/2006/main">
            <a:off x="4410075" y="2543175"/>
            <a:ext cx="3171825" cy="990600"/>
          </a:xfrm>
          <a:prstGeom xmlns:a="http://schemas.openxmlformats.org/drawingml/2006/main" prst="rect">
            <a:avLst/>
          </a:prstGeom>
          <a:solidFill xmlns:a="http://schemas.openxmlformats.org/drawingml/2006/main">
            <a:srgbClr val="142830"/>
          </a:solidFill>
          <a:ln xmlns:a="http://schemas.openxmlformats.org/drawingml/2006/main" w="9525">
            <a:solidFill>
              <a:srgbClr val="36515B"/>
            </a:solidFill>
          </a:ln>
        </p:spPr>
      </p:sp>
      <p:sp>
        <p:nvSpPr>
          <p:cNvPr id="10" name="Local detector">
            <a:extLst xmlns:a="http://schemas.openxmlformats.org/drawingml/2006/main">
              <a:ext uri="{FF2B5EF4-FFF2-40B4-BE49-F238E27FC236}">
                <a16:creationId xmlns:a16="http://schemas.microsoft.com/office/drawing/2014/main" id="{DBDD0EEE-5A34-4C76-A911-2F57A06E8547}"/>
              </a:ext>
            </a:extLst>
          </p:cNvPr>
          <p:cNvSpPr>
            <a:spLocks xmlns:a="http://schemas.openxmlformats.org/drawingml/2006/main" noGrp="1"/>
          </p:cNvSpPr>
          <p:nvPr/>
        </p:nvSpPr>
        <p:spPr>
          <a:xfrm xmlns:a="http://schemas.openxmlformats.org/drawingml/2006/main">
            <a:off x="4581525" y="2705100"/>
            <a:ext cx="2828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Local detector</a:t>
            </a:r>
          </a:p>
        </p:txBody>
      </p:sp>
      <p:sp>
        <p:nvSpPr>
          <p:cNvPr id="11" name="One request at a time">
            <a:extLst xmlns:a="http://schemas.openxmlformats.org/drawingml/2006/main">
              <a:ext uri="{FF2B5EF4-FFF2-40B4-BE49-F238E27FC236}">
                <a16:creationId xmlns:a16="http://schemas.microsoft.com/office/drawing/2014/main" id="{E9C4BCDE-4C14-488C-9BA5-8003E423B736}"/>
              </a:ext>
            </a:extLst>
          </p:cNvPr>
          <p:cNvSpPr>
            <a:spLocks xmlns:a="http://schemas.openxmlformats.org/drawingml/2006/main" noGrp="1"/>
          </p:cNvSpPr>
          <p:nvPr/>
        </p:nvSpPr>
        <p:spPr>
          <a:xfrm xmlns:a="http://schemas.openxmlformats.org/drawingml/2006/main">
            <a:off x="4581525" y="3114675"/>
            <a:ext cx="28289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One request at a time</a:t>
            </a:r>
          </a:p>
        </p:txBody>
      </p:sp>
      <p:sp>
        <p:nvSpPr>
          <p:cNvPr id="12" name="">
            <a:extLst xmlns:a="http://schemas.openxmlformats.org/drawingml/2006/main">
              <a:ext uri="{FF2B5EF4-FFF2-40B4-BE49-F238E27FC236}">
                <a16:creationId xmlns:a16="http://schemas.microsoft.com/office/drawing/2014/main" id="{540E12E4-0898-44E4-9A49-8A53DE23AF45}"/>
              </a:ext>
            </a:extLst>
          </p:cNvPr>
          <p:cNvSpPr>
            <a:spLocks xmlns:a="http://schemas.openxmlformats.org/drawingml/2006/main" noGrp="1"/>
          </p:cNvSpPr>
          <p:nvPr/>
        </p:nvSpPr>
        <p:spPr>
          <a:xfrm xmlns:a="http://schemas.openxmlformats.org/drawingml/2006/main">
            <a:off x="8267700" y="2543175"/>
            <a:ext cx="3371850" cy="990600"/>
          </a:xfrm>
          <a:prstGeom xmlns:a="http://schemas.openxmlformats.org/drawingml/2006/main" prst="rect">
            <a:avLst/>
          </a:prstGeom>
          <a:solidFill xmlns:a="http://schemas.openxmlformats.org/drawingml/2006/main">
            <a:srgbClr val="142830"/>
          </a:solidFill>
          <a:ln xmlns:a="http://schemas.openxmlformats.org/drawingml/2006/main" w="9525">
            <a:solidFill>
              <a:srgbClr val="36515B"/>
            </a:solidFill>
          </a:ln>
        </p:spPr>
      </p:sp>
      <p:sp>
        <p:nvSpPr>
          <p:cNvPr id="13" name="Result overlay">
            <a:extLst xmlns:a="http://schemas.openxmlformats.org/drawingml/2006/main">
              <a:ext uri="{FF2B5EF4-FFF2-40B4-BE49-F238E27FC236}">
                <a16:creationId xmlns:a16="http://schemas.microsoft.com/office/drawing/2014/main" id="{52C6DE89-1CE0-4A9B-8FE1-65DB18AA3FBE}"/>
              </a:ext>
            </a:extLst>
          </p:cNvPr>
          <p:cNvSpPr>
            <a:spLocks xmlns:a="http://schemas.openxmlformats.org/drawingml/2006/main" noGrp="1"/>
          </p:cNvSpPr>
          <p:nvPr/>
        </p:nvSpPr>
        <p:spPr>
          <a:xfrm xmlns:a="http://schemas.openxmlformats.org/drawingml/2006/main">
            <a:off x="8439150" y="2705100"/>
            <a:ext cx="3028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Result overlay</a:t>
            </a:r>
          </a:p>
        </p:txBody>
      </p:sp>
      <p:sp>
        <p:nvSpPr>
          <p:cNvPr id="14" name="Responsive sampled recognition">
            <a:extLst xmlns:a="http://schemas.openxmlformats.org/drawingml/2006/main">
              <a:ext uri="{FF2B5EF4-FFF2-40B4-BE49-F238E27FC236}">
                <a16:creationId xmlns:a16="http://schemas.microsoft.com/office/drawing/2014/main" id="{2D3C28CA-E7C1-4865-A2AB-BBC866277CDB}"/>
              </a:ext>
            </a:extLst>
          </p:cNvPr>
          <p:cNvSpPr>
            <a:spLocks xmlns:a="http://schemas.openxmlformats.org/drawingml/2006/main" noGrp="1"/>
          </p:cNvSpPr>
          <p:nvPr/>
        </p:nvSpPr>
        <p:spPr>
          <a:xfrm xmlns:a="http://schemas.openxmlformats.org/drawingml/2006/main">
            <a:off x="8439150" y="3114675"/>
            <a:ext cx="302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Responsive sampled recognition</a:t>
            </a:r>
          </a:p>
        </p:txBody>
      </p:sp>
      <p:sp>
        <p:nvSpPr>
          <p:cNvPr id="17" name="Uploaded file: “Analyze every frame”">
            <a:extLst xmlns:a="http://schemas.openxmlformats.org/drawingml/2006/main">
              <a:ext uri="{FF2B5EF4-FFF2-40B4-BE49-F238E27FC236}">
                <a16:creationId xmlns:a16="http://schemas.microsoft.com/office/drawing/2014/main" id="{120AD9AA-259F-47E5-B9D4-87BF646ADAD4}"/>
              </a:ext>
            </a:extLst>
          </p:cNvPr>
          <p:cNvSpPr>
            <a:spLocks xmlns:a="http://schemas.openxmlformats.org/drawingml/2006/main" noGrp="1"/>
          </p:cNvSpPr>
          <p:nvPr/>
        </p:nvSpPr>
        <p:spPr>
          <a:xfrm xmlns:a="http://schemas.openxmlformats.org/drawingml/2006/main">
            <a:off x="552450" y="3981450"/>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77D6DD"/>
                </a:solidFill>
                <a:latin typeface="Arial"/>
                <a:ea typeface="Arial"/>
                <a:cs typeface="Arial"/>
              </a:defRPr>
            </a:defPPr>
            <a:lvl1pPr>
              <a:defRPr sz="2325" b="1">
                <a:solidFill>
                  <a:srgbClr val="77D6DD"/>
                </a:solidFill>
                <a:latin typeface="Arial"/>
                <a:ea typeface="Arial"/>
                <a:cs typeface="Arial"/>
              </a:defRPr>
            </a:lvl1pPr>
            <a:lvl2pPr>
              <a:defRPr sz="2325" b="1">
                <a:solidFill>
                  <a:srgbClr val="77D6DD"/>
                </a:solidFill>
                <a:latin typeface="Arial"/>
                <a:ea typeface="Arial"/>
                <a:cs typeface="Arial"/>
              </a:defRPr>
            </a:lvl2pPr>
            <a:lvl3pPr>
              <a:defRPr sz="2325" b="1">
                <a:solidFill>
                  <a:srgbClr val="77D6DD"/>
                </a:solidFill>
                <a:latin typeface="Arial"/>
                <a:ea typeface="Arial"/>
                <a:cs typeface="Arial"/>
              </a:defRPr>
            </a:lvl3pPr>
            <a:lvl4pPr>
              <a:defRPr sz="2325" b="1">
                <a:solidFill>
                  <a:srgbClr val="77D6DD"/>
                </a:solidFill>
                <a:latin typeface="Arial"/>
                <a:ea typeface="Arial"/>
                <a:cs typeface="Arial"/>
              </a:defRPr>
            </a:lvl4pPr>
            <a:lvl5pPr>
              <a:defRPr sz="2325" b="1">
                <a:solidFill>
                  <a:srgbClr val="77D6DD"/>
                </a:solidFill>
                <a:latin typeface="Arial"/>
                <a:ea typeface="Arial"/>
                <a:cs typeface="Arial"/>
              </a:defRPr>
            </a:lvl5pPr>
            <a:lvl6pPr>
              <a:defRPr sz="2325" b="1">
                <a:solidFill>
                  <a:srgbClr val="77D6DD"/>
                </a:solidFill>
                <a:latin typeface="Arial"/>
                <a:ea typeface="Arial"/>
                <a:cs typeface="Arial"/>
              </a:defRPr>
            </a:lvl6pPr>
            <a:lvl7pPr>
              <a:defRPr sz="2325" b="1">
                <a:solidFill>
                  <a:srgbClr val="77D6DD"/>
                </a:solidFill>
                <a:latin typeface="Arial"/>
                <a:ea typeface="Arial"/>
                <a:cs typeface="Arial"/>
              </a:defRPr>
            </a:lvl7pPr>
            <a:lvl8pPr>
              <a:defRPr sz="2325" b="1">
                <a:solidFill>
                  <a:srgbClr val="77D6DD"/>
                </a:solidFill>
                <a:latin typeface="Arial"/>
                <a:ea typeface="Arial"/>
                <a:cs typeface="Arial"/>
              </a:defRPr>
            </a:lvl8pPr>
            <a:lvl9pPr>
              <a:defRPr sz="2325" b="1">
                <a:solidFill>
                  <a:srgbClr val="77D6DD"/>
                </a:solidFill>
                <a:latin typeface="Arial"/>
                <a:ea typeface="Arial"/>
                <a:cs typeface="Arial"/>
              </a:defRPr>
            </a:lvl9pPr>
          </a:lstStyle>
          <a:p xmlns:a="http://schemas.openxmlformats.org/drawingml/2006/main">
            <a:pPr>
              <a:defRPr sz="2325" b="1">
                <a:solidFill>
                  <a:srgbClr val="77D6DD"/>
                </a:solidFill>
                <a:latin typeface="Arial"/>
                <a:ea typeface="Arial"/>
                <a:cs typeface="Arial"/>
              </a:defRPr>
            </a:pPr>
            <a:r>
              <a:rPr sz="2325" b="1">
                <a:solidFill>
                  <a:srgbClr val="77D6DD"/>
                </a:solidFill>
                <a:latin typeface="Arial"/>
                <a:ea typeface="Arial"/>
                <a:cs typeface="Arial"/>
              </a:rPr>
              <a:t>Uploaded file: “Analyze every frame”</a:t>
            </a:r>
          </a:p>
        </p:txBody>
      </p:sp>
      <p:sp>
        <p:nvSpPr>
          <p:cNvPr id="18" name="">
            <a:extLst xmlns:a="http://schemas.openxmlformats.org/drawingml/2006/main">
              <a:ext uri="{FF2B5EF4-FFF2-40B4-BE49-F238E27FC236}">
                <a16:creationId xmlns:a16="http://schemas.microsoft.com/office/drawing/2014/main" id="{0B3BA6A4-92DB-4ABC-9830-1540B053F6D3}"/>
              </a:ext>
            </a:extLst>
          </p:cNvPr>
          <p:cNvSpPr>
            <a:spLocks xmlns:a="http://schemas.openxmlformats.org/drawingml/2006/main" noGrp="1"/>
          </p:cNvSpPr>
          <p:nvPr/>
        </p:nvSpPr>
        <p:spPr>
          <a:xfrm xmlns:a="http://schemas.openxmlformats.org/drawingml/2006/main">
            <a:off x="552450" y="4562475"/>
            <a:ext cx="3171825" cy="990600"/>
          </a:xfrm>
          <a:prstGeom xmlns:a="http://schemas.openxmlformats.org/drawingml/2006/main" prst="rect">
            <a:avLst/>
          </a:prstGeom>
          <a:solidFill xmlns:a="http://schemas.openxmlformats.org/drawingml/2006/main">
            <a:srgbClr val="142830"/>
          </a:solidFill>
          <a:ln xmlns:a="http://schemas.openxmlformats.org/drawingml/2006/main" w="9525">
            <a:solidFill>
              <a:srgbClr val="36515B"/>
            </a:solidFill>
          </a:ln>
        </p:spPr>
      </p:sp>
      <p:sp>
        <p:nvSpPr>
          <p:cNvPr id="19" name="Decode next frame">
            <a:extLst xmlns:a="http://schemas.openxmlformats.org/drawingml/2006/main">
              <a:ext uri="{FF2B5EF4-FFF2-40B4-BE49-F238E27FC236}">
                <a16:creationId xmlns:a16="http://schemas.microsoft.com/office/drawing/2014/main" id="{57F3ACF9-25B7-4820-A12D-112C2A6A3284}"/>
              </a:ext>
            </a:extLst>
          </p:cNvPr>
          <p:cNvSpPr>
            <a:spLocks xmlns:a="http://schemas.openxmlformats.org/drawingml/2006/main" noGrp="1"/>
          </p:cNvSpPr>
          <p:nvPr/>
        </p:nvSpPr>
        <p:spPr>
          <a:xfrm xmlns:a="http://schemas.openxmlformats.org/drawingml/2006/main">
            <a:off x="723900" y="4724400"/>
            <a:ext cx="2828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Decode next frame</a:t>
            </a:r>
          </a:p>
        </p:txBody>
      </p:sp>
      <p:sp>
        <p:nvSpPr>
          <p:cNvPr id="20" name="FullVideoAnalysis.tsx">
            <a:extLst xmlns:a="http://schemas.openxmlformats.org/drawingml/2006/main">
              <a:ext uri="{FF2B5EF4-FFF2-40B4-BE49-F238E27FC236}">
                <a16:creationId xmlns:a16="http://schemas.microsoft.com/office/drawing/2014/main" id="{2D034820-C8CC-42D3-BEC9-988972C566C9}"/>
              </a:ext>
            </a:extLst>
          </p:cNvPr>
          <p:cNvSpPr>
            <a:spLocks xmlns:a="http://schemas.openxmlformats.org/drawingml/2006/main" noGrp="1"/>
          </p:cNvSpPr>
          <p:nvPr/>
        </p:nvSpPr>
        <p:spPr>
          <a:xfrm xmlns:a="http://schemas.openxmlformats.org/drawingml/2006/main">
            <a:off x="723900" y="5133975"/>
            <a:ext cx="28289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FullVideoAnalysis.tsx</a:t>
            </a:r>
          </a:p>
        </p:txBody>
      </p:sp>
      <p:sp>
        <p:nvSpPr>
          <p:cNvPr id="21" name="">
            <a:extLst xmlns:a="http://schemas.openxmlformats.org/drawingml/2006/main">
              <a:ext uri="{FF2B5EF4-FFF2-40B4-BE49-F238E27FC236}">
                <a16:creationId xmlns:a16="http://schemas.microsoft.com/office/drawing/2014/main" id="{0B8546AC-045E-43FD-A524-3905C8B9805B}"/>
              </a:ext>
            </a:extLst>
          </p:cNvPr>
          <p:cNvSpPr>
            <a:spLocks xmlns:a="http://schemas.openxmlformats.org/drawingml/2006/main" noGrp="1"/>
          </p:cNvSpPr>
          <p:nvPr/>
        </p:nvSpPr>
        <p:spPr>
          <a:xfrm xmlns:a="http://schemas.openxmlformats.org/drawingml/2006/main">
            <a:off x="4410075" y="4562475"/>
            <a:ext cx="3171825" cy="990600"/>
          </a:xfrm>
          <a:prstGeom xmlns:a="http://schemas.openxmlformats.org/drawingml/2006/main" prst="rect">
            <a:avLst/>
          </a:prstGeom>
          <a:solidFill xmlns:a="http://schemas.openxmlformats.org/drawingml/2006/main">
            <a:srgbClr val="142830"/>
          </a:solidFill>
          <a:ln xmlns:a="http://schemas.openxmlformats.org/drawingml/2006/main" w="9525">
            <a:solidFill>
              <a:srgbClr val="36515B"/>
            </a:solidFill>
          </a:ln>
        </p:spPr>
      </p:sp>
      <p:sp>
        <p:nvSpPr>
          <p:cNvPr id="22" name="Wait for inference">
            <a:extLst xmlns:a="http://schemas.openxmlformats.org/drawingml/2006/main">
              <a:ext uri="{FF2B5EF4-FFF2-40B4-BE49-F238E27FC236}">
                <a16:creationId xmlns:a16="http://schemas.microsoft.com/office/drawing/2014/main" id="{9C62597A-C601-482E-A6B1-7121E53EBD3C}"/>
              </a:ext>
            </a:extLst>
          </p:cNvPr>
          <p:cNvSpPr>
            <a:spLocks xmlns:a="http://schemas.openxmlformats.org/drawingml/2006/main" noGrp="1"/>
          </p:cNvSpPr>
          <p:nvPr/>
        </p:nvSpPr>
        <p:spPr>
          <a:xfrm xmlns:a="http://schemas.openxmlformats.org/drawingml/2006/main">
            <a:off x="4581525" y="4724400"/>
            <a:ext cx="2828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Wait for inference</a:t>
            </a:r>
          </a:p>
        </p:txBody>
      </p:sp>
      <p:sp>
        <p:nvSpPr>
          <p:cNvPr id="23" name="video_analysis.py">
            <a:extLst xmlns:a="http://schemas.openxmlformats.org/drawingml/2006/main">
              <a:ext uri="{FF2B5EF4-FFF2-40B4-BE49-F238E27FC236}">
                <a16:creationId xmlns:a16="http://schemas.microsoft.com/office/drawing/2014/main" id="{DAB82AAD-785E-4ADB-9DC2-B424F3819809}"/>
              </a:ext>
            </a:extLst>
          </p:cNvPr>
          <p:cNvSpPr>
            <a:spLocks xmlns:a="http://schemas.openxmlformats.org/drawingml/2006/main" noGrp="1"/>
          </p:cNvSpPr>
          <p:nvPr/>
        </p:nvSpPr>
        <p:spPr>
          <a:xfrm xmlns:a="http://schemas.openxmlformats.org/drawingml/2006/main">
            <a:off x="4581525" y="5133975"/>
            <a:ext cx="28289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video_analysis.py</a:t>
            </a:r>
          </a:p>
        </p:txBody>
      </p:sp>
      <p:sp>
        <p:nvSpPr>
          <p:cNvPr id="24" name="">
            <a:extLst xmlns:a="http://schemas.openxmlformats.org/drawingml/2006/main">
              <a:ext uri="{FF2B5EF4-FFF2-40B4-BE49-F238E27FC236}">
                <a16:creationId xmlns:a16="http://schemas.microsoft.com/office/drawing/2014/main" id="{5A713D0D-59D7-40AE-BB27-87D1DF3DD797}"/>
              </a:ext>
            </a:extLst>
          </p:cNvPr>
          <p:cNvSpPr>
            <a:spLocks xmlns:a="http://schemas.openxmlformats.org/drawingml/2006/main" noGrp="1"/>
          </p:cNvSpPr>
          <p:nvPr/>
        </p:nvSpPr>
        <p:spPr>
          <a:xfrm xmlns:a="http://schemas.openxmlformats.org/drawingml/2006/main">
            <a:off x="8267700" y="4562475"/>
            <a:ext cx="3371850" cy="990600"/>
          </a:xfrm>
          <a:prstGeom xmlns:a="http://schemas.openxmlformats.org/drawingml/2006/main" prst="rect">
            <a:avLst/>
          </a:prstGeom>
          <a:solidFill xmlns:a="http://schemas.openxmlformats.org/drawingml/2006/main">
            <a:srgbClr val="142830"/>
          </a:solidFill>
          <a:ln xmlns:a="http://schemas.openxmlformats.org/drawingml/2006/main" w="9525">
            <a:solidFill>
              <a:srgbClr val="36515B"/>
            </a:solidFill>
          </a:ln>
        </p:spPr>
      </p:sp>
      <p:sp>
        <p:nvSpPr>
          <p:cNvPr id="25" name="Continue sequentially">
            <a:extLst xmlns:a="http://schemas.openxmlformats.org/drawingml/2006/main">
              <a:ext uri="{FF2B5EF4-FFF2-40B4-BE49-F238E27FC236}">
                <a16:creationId xmlns:a16="http://schemas.microsoft.com/office/drawing/2014/main" id="{36641305-9214-4D05-BC93-59B1613F5770}"/>
              </a:ext>
            </a:extLst>
          </p:cNvPr>
          <p:cNvSpPr>
            <a:spLocks xmlns:a="http://schemas.openxmlformats.org/drawingml/2006/main" noGrp="1"/>
          </p:cNvSpPr>
          <p:nvPr/>
        </p:nvSpPr>
        <p:spPr>
          <a:xfrm xmlns:a="http://schemas.openxmlformats.org/drawingml/2006/main">
            <a:off x="8439150" y="4724400"/>
            <a:ext cx="3028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Continue sequentially</a:t>
            </a:r>
          </a:p>
        </p:txBody>
      </p:sp>
      <p:sp>
        <p:nvSpPr>
          <p:cNvPr id="26" name="Busy retry retains the same frame">
            <a:extLst xmlns:a="http://schemas.openxmlformats.org/drawingml/2006/main">
              <a:ext uri="{FF2B5EF4-FFF2-40B4-BE49-F238E27FC236}">
                <a16:creationId xmlns:a16="http://schemas.microsoft.com/office/drawing/2014/main" id="{63D0FC45-BACA-4400-A177-37799D2E2E42}"/>
              </a:ext>
            </a:extLst>
          </p:cNvPr>
          <p:cNvSpPr>
            <a:spLocks xmlns:a="http://schemas.openxmlformats.org/drawingml/2006/main" noGrp="1"/>
          </p:cNvSpPr>
          <p:nvPr/>
        </p:nvSpPr>
        <p:spPr>
          <a:xfrm xmlns:a="http://schemas.openxmlformats.org/drawingml/2006/main">
            <a:off x="8439150" y="5133975"/>
            <a:ext cx="302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Busy retry retains the same frame</a:t>
            </a:r>
          </a:p>
        </p:txBody>
      </p:sp>
      <p:sp>
        <p:nvSpPr>
          <p:cNvPr id="29" name="Complete coverage can run slower than playback. A ">
            <a:extLst xmlns:a="http://schemas.openxmlformats.org/drawingml/2006/main">
              <a:ext uri="{FF2B5EF4-FFF2-40B4-BE49-F238E27FC236}">
                <a16:creationId xmlns:a16="http://schemas.microsoft.com/office/drawing/2014/main" id="{67475F6D-8528-439D-B915-57B4D05D6F26}"/>
              </a:ext>
            </a:extLst>
          </p:cNvPr>
          <p:cNvSpPr>
            <a:spLocks xmlns:a="http://schemas.openxmlformats.org/drawingml/2006/main" noGrp="1"/>
          </p:cNvSpPr>
          <p:nvPr/>
        </p:nvSpPr>
        <p:spPr>
          <a:xfrm xmlns:a="http://schemas.openxmlformats.org/drawingml/2006/main">
            <a:off x="552450" y="5905500"/>
            <a:ext cx="11049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A5BDC6"/>
                </a:solidFill>
                <a:latin typeface="Arial"/>
                <a:ea typeface="Arial"/>
                <a:cs typeface="Arial"/>
              </a:defRPr>
            </a:defPPr>
            <a:lvl1pPr>
              <a:defRPr sz="1800" b="0">
                <a:solidFill>
                  <a:srgbClr val="A5BDC6"/>
                </a:solidFill>
                <a:latin typeface="Arial"/>
                <a:ea typeface="Arial"/>
                <a:cs typeface="Arial"/>
              </a:defRPr>
            </a:lvl1pPr>
            <a:lvl2pPr>
              <a:defRPr sz="1800" b="0">
                <a:solidFill>
                  <a:srgbClr val="A5BDC6"/>
                </a:solidFill>
                <a:latin typeface="Arial"/>
                <a:ea typeface="Arial"/>
                <a:cs typeface="Arial"/>
              </a:defRPr>
            </a:lvl2pPr>
            <a:lvl3pPr>
              <a:defRPr sz="1800" b="0">
                <a:solidFill>
                  <a:srgbClr val="A5BDC6"/>
                </a:solidFill>
                <a:latin typeface="Arial"/>
                <a:ea typeface="Arial"/>
                <a:cs typeface="Arial"/>
              </a:defRPr>
            </a:lvl3pPr>
            <a:lvl4pPr>
              <a:defRPr sz="1800" b="0">
                <a:solidFill>
                  <a:srgbClr val="A5BDC6"/>
                </a:solidFill>
                <a:latin typeface="Arial"/>
                <a:ea typeface="Arial"/>
                <a:cs typeface="Arial"/>
              </a:defRPr>
            </a:lvl4pPr>
            <a:lvl5pPr>
              <a:defRPr sz="1800" b="0">
                <a:solidFill>
                  <a:srgbClr val="A5BDC6"/>
                </a:solidFill>
                <a:latin typeface="Arial"/>
                <a:ea typeface="Arial"/>
                <a:cs typeface="Arial"/>
              </a:defRPr>
            </a:lvl5pPr>
            <a:lvl6pPr>
              <a:defRPr sz="1800" b="0">
                <a:solidFill>
                  <a:srgbClr val="A5BDC6"/>
                </a:solidFill>
                <a:latin typeface="Arial"/>
                <a:ea typeface="Arial"/>
                <a:cs typeface="Arial"/>
              </a:defRPr>
            </a:lvl6pPr>
            <a:lvl7pPr>
              <a:defRPr sz="1800" b="0">
                <a:solidFill>
                  <a:srgbClr val="A5BDC6"/>
                </a:solidFill>
                <a:latin typeface="Arial"/>
                <a:ea typeface="Arial"/>
                <a:cs typeface="Arial"/>
              </a:defRPr>
            </a:lvl7pPr>
            <a:lvl8pPr>
              <a:defRPr sz="1800" b="0">
                <a:solidFill>
                  <a:srgbClr val="A5BDC6"/>
                </a:solidFill>
                <a:latin typeface="Arial"/>
                <a:ea typeface="Arial"/>
                <a:cs typeface="Arial"/>
              </a:defRPr>
            </a:lvl8pPr>
            <a:lvl9pPr>
              <a:defRPr sz="1800" b="0">
                <a:solidFill>
                  <a:srgbClr val="A5BDC6"/>
                </a:solidFill>
                <a:latin typeface="Arial"/>
                <a:ea typeface="Arial"/>
                <a:cs typeface="Arial"/>
              </a:defRPr>
            </a:lvl9pPr>
          </a:lstStyle>
          <a:p xmlns:a="http://schemas.openxmlformats.org/drawingml/2006/main">
            <a:pPr>
              <a:defRPr sz="1800" b="0">
                <a:solidFill>
                  <a:srgbClr val="A5BDC6"/>
                </a:solidFill>
                <a:latin typeface="Arial"/>
                <a:ea typeface="Arial"/>
                <a:cs typeface="Arial"/>
              </a:defRPr>
            </a:pPr>
            <a:r>
              <a:rPr sz="1800" b="0">
                <a:solidFill>
                  <a:srgbClr val="A5BDC6"/>
                </a:solidFill>
                <a:latin typeface="Arial"/>
                <a:ea typeface="Arial"/>
                <a:cs typeface="Arial"/>
              </a:rPr>
              <a:t>Complete coverage can run slower than playback. A heavy model reduces throughput.</a:t>
            </a:r>
          </a:p>
        </p:txBody>
      </p:sp>
    </p:spTree>
    <p:extLst>
      <p:ext uri="{BB962C8B-B14F-4D97-AF65-F5344CB8AC3E}">
        <p14:creationId xmlns:p14="http://schemas.microsoft.com/office/powerpoint/2010/main" val="989280736"/>
      </p:ext>
    </p:extLst>
  </p:cSld>
</p:sld>
</file>

<file path=ppt/slides/slide6.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sp>
        <p:nvSpPr>
          <p:cNvPr id="8" name="THE LEARNING WORKFLOW">
            <a:extLst xmlns:a="http://schemas.openxmlformats.org/drawingml/2006/main">
              <a:ext uri="{FF2B5EF4-FFF2-40B4-BE49-F238E27FC236}">
                <a16:creationId xmlns:a16="http://schemas.microsoft.com/office/drawing/2014/main" id="{FD61FE00-CC32-4DAB-9FFD-F6E3CA34B9F1}"/>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THE LEARNING WORKFLOW</a:t>
            </a:r>
          </a:p>
        </p:txBody>
      </p:sp>
      <p:sp>
        <p:nvSpPr>
          <p:cNvPr id="2" name="How human review improves later models">
            <a:extLst xmlns:a="http://schemas.openxmlformats.org/drawingml/2006/main">
              <a:ext uri="{FF2B5EF4-FFF2-40B4-BE49-F238E27FC236}">
                <a16:creationId xmlns:a16="http://schemas.microsoft.com/office/drawing/2014/main" id="{5758800C-308B-4B16-AF0C-49AC23E21B35}"/>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How human review improves later models</a:t>
            </a:r>
          </a:p>
        </p:txBody>
      </p:sp>
      <p:sp>
        <p:nvSpPr>
          <p:cNvPr id="3" name="RoadScan / AIEP capstone">
            <a:extLst xmlns:a="http://schemas.openxmlformats.org/drawingml/2006/main">
              <a:ext uri="{FF2B5EF4-FFF2-40B4-BE49-F238E27FC236}">
                <a16:creationId xmlns:a16="http://schemas.microsoft.com/office/drawing/2014/main" id="{3BD965CC-CE65-428E-AB5F-20D43B33F933}"/>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06">
            <a:extLst xmlns:a="http://schemas.openxmlformats.org/drawingml/2006/main">
              <a:ext uri="{FF2B5EF4-FFF2-40B4-BE49-F238E27FC236}">
                <a16:creationId xmlns:a16="http://schemas.microsoft.com/office/drawing/2014/main" id="{F6329D1E-6EED-4ACD-AC5A-B62FD4CBBBB4}"/>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06</a:t>
            </a:r>
          </a:p>
        </p:txBody>
      </p:sp>
      <p:pic>
        <p:nvPicPr>
          <p:cNvPr id="5" name="">
            <a:extLst xmlns:a="http://schemas.openxmlformats.org/drawingml/2006/main">
              <a:ext uri="{FF2B5EF4-FFF2-40B4-BE49-F238E27FC236}">
                <a16:creationId xmlns:a16="http://schemas.microsoft.com/office/drawing/2014/main" id="{8F744163-4666-462B-9072-9A3B141891BA}"/>
              </a:ext>
            </a:extLst>
          </p:cNvPr>
          <p:cNvPicPr>
            <a:picLocks xmlns:a="http://schemas.openxmlformats.org/drawingml/2006/main" noChangeAspect="1"/>
          </p:cNvPicPr>
          <p:nvPr/>
        </p:nvPicPr>
        <p:blipFill>
          <a:blip xmlns:r="http://schemas.openxmlformats.org/officeDocument/2006/relationships" xmlns:a="http://schemas.openxmlformats.org/drawingml/2006/main" r:embed="Re96565ee5dbb416f"/>
          <a:srcRect xmlns:a="http://schemas.openxmlformats.org/drawingml/2006/main" l="17700" t="29000" r="1700" b="28000"/>
          <a:stretch xmlns:a="http://schemas.openxmlformats.org/drawingml/2006/main"/>
        </p:blipFill>
        <p:spPr>
          <a:xfrm xmlns:a="http://schemas.openxmlformats.org/drawingml/2006/main">
            <a:off x="552450" y="1866900"/>
            <a:ext cx="11087100" cy="3190875"/>
          </a:xfrm>
          <a:prstGeom xmlns:a="http://schemas.openxmlformats.org/drawingml/2006/main" prst="rect">
            <a:avLst/>
          </a:prstGeom>
        </p:spPr>
      </p:pic>
      <p:sp>
        <p:nvSpPr>
          <p:cNvPr id="6" name="Saved corrections leave the active model unchanged">
            <a:extLst xmlns:a="http://schemas.openxmlformats.org/drawingml/2006/main">
              <a:ext uri="{FF2B5EF4-FFF2-40B4-BE49-F238E27FC236}">
                <a16:creationId xmlns:a16="http://schemas.microsoft.com/office/drawing/2014/main" id="{17B2D8FE-1F62-4956-8C2E-29822CD9FFF6}"/>
              </a:ext>
            </a:extLst>
          </p:cNvPr>
          <p:cNvSpPr>
            <a:spLocks xmlns:a="http://schemas.openxmlformats.org/drawingml/2006/main" noGrp="1"/>
          </p:cNvSpPr>
          <p:nvPr/>
        </p:nvSpPr>
        <p:spPr>
          <a:xfrm xmlns:a="http://schemas.openxmlformats.org/drawingml/2006/main">
            <a:off x="552450" y="5305425"/>
            <a:ext cx="11049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DCFA6B"/>
                </a:solidFill>
                <a:latin typeface="Arial"/>
                <a:ea typeface="Arial"/>
                <a:cs typeface="Arial"/>
              </a:defRPr>
            </a:defPPr>
            <a:lvl1pPr>
              <a:defRPr sz="2325" b="1">
                <a:solidFill>
                  <a:srgbClr val="DCFA6B"/>
                </a:solidFill>
                <a:latin typeface="Arial"/>
                <a:ea typeface="Arial"/>
                <a:cs typeface="Arial"/>
              </a:defRPr>
            </a:lvl1pPr>
            <a:lvl2pPr>
              <a:defRPr sz="2325" b="1">
                <a:solidFill>
                  <a:srgbClr val="DCFA6B"/>
                </a:solidFill>
                <a:latin typeface="Arial"/>
                <a:ea typeface="Arial"/>
                <a:cs typeface="Arial"/>
              </a:defRPr>
            </a:lvl2pPr>
            <a:lvl3pPr>
              <a:defRPr sz="2325" b="1">
                <a:solidFill>
                  <a:srgbClr val="DCFA6B"/>
                </a:solidFill>
                <a:latin typeface="Arial"/>
                <a:ea typeface="Arial"/>
                <a:cs typeface="Arial"/>
              </a:defRPr>
            </a:lvl3pPr>
            <a:lvl4pPr>
              <a:defRPr sz="2325" b="1">
                <a:solidFill>
                  <a:srgbClr val="DCFA6B"/>
                </a:solidFill>
                <a:latin typeface="Arial"/>
                <a:ea typeface="Arial"/>
                <a:cs typeface="Arial"/>
              </a:defRPr>
            </a:lvl4pPr>
            <a:lvl5pPr>
              <a:defRPr sz="2325" b="1">
                <a:solidFill>
                  <a:srgbClr val="DCFA6B"/>
                </a:solidFill>
                <a:latin typeface="Arial"/>
                <a:ea typeface="Arial"/>
                <a:cs typeface="Arial"/>
              </a:defRPr>
            </a:lvl5pPr>
            <a:lvl6pPr>
              <a:defRPr sz="2325" b="1">
                <a:solidFill>
                  <a:srgbClr val="DCFA6B"/>
                </a:solidFill>
                <a:latin typeface="Arial"/>
                <a:ea typeface="Arial"/>
                <a:cs typeface="Arial"/>
              </a:defRPr>
            </a:lvl6pPr>
            <a:lvl7pPr>
              <a:defRPr sz="2325" b="1">
                <a:solidFill>
                  <a:srgbClr val="DCFA6B"/>
                </a:solidFill>
                <a:latin typeface="Arial"/>
                <a:ea typeface="Arial"/>
                <a:cs typeface="Arial"/>
              </a:defRPr>
            </a:lvl7pPr>
            <a:lvl8pPr>
              <a:defRPr sz="2325" b="1">
                <a:solidFill>
                  <a:srgbClr val="DCFA6B"/>
                </a:solidFill>
                <a:latin typeface="Arial"/>
                <a:ea typeface="Arial"/>
                <a:cs typeface="Arial"/>
              </a:defRPr>
            </a:lvl8pPr>
            <a:lvl9pPr>
              <a:defRPr sz="2325" b="1">
                <a:solidFill>
                  <a:srgbClr val="DCFA6B"/>
                </a:solidFill>
                <a:latin typeface="Arial"/>
                <a:ea typeface="Arial"/>
                <a:cs typeface="Arial"/>
              </a:defRPr>
            </a:lvl9pPr>
          </a:lstStyle>
          <a:p xmlns:a="http://schemas.openxmlformats.org/drawingml/2006/main">
            <a:pPr>
              <a:defRPr sz="2325" b="1">
                <a:solidFill>
                  <a:srgbClr val="DCFA6B"/>
                </a:solidFill>
                <a:latin typeface="Arial"/>
                <a:ea typeface="Arial"/>
                <a:cs typeface="Arial"/>
              </a:defRPr>
            </a:pPr>
            <a:r>
              <a:rPr sz="2325" b="1">
                <a:solidFill>
                  <a:srgbClr val="DCFA6B"/>
                </a:solidFill>
                <a:latin typeface="Arial"/>
                <a:ea typeface="Arial"/>
                <a:cs typeface="Arial"/>
              </a:rPr>
              <a:t>Saved corrections leave the active model unchanged.</a:t>
            </a:r>
          </a:p>
        </p:txBody>
      </p:sp>
      <p:sp>
        <p:nvSpPr>
          <p:cNvPr id="7" name="Approved export   /   separate training   /   held">
            <a:extLst xmlns:a="http://schemas.openxmlformats.org/drawingml/2006/main">
              <a:ext uri="{FF2B5EF4-FFF2-40B4-BE49-F238E27FC236}">
                <a16:creationId xmlns:a16="http://schemas.microsoft.com/office/drawing/2014/main" id="{2BAC8634-1591-469F-8FCD-7CB3ABE1B452}"/>
              </a:ext>
            </a:extLst>
          </p:cNvPr>
          <p:cNvSpPr>
            <a:spLocks xmlns:a="http://schemas.openxmlformats.org/drawingml/2006/main" noGrp="1"/>
          </p:cNvSpPr>
          <p:nvPr/>
        </p:nvSpPr>
        <p:spPr>
          <a:xfrm xmlns:a="http://schemas.openxmlformats.org/drawingml/2006/main">
            <a:off x="552450" y="5810250"/>
            <a:ext cx="11049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A5BDC6"/>
                </a:solidFill>
                <a:latin typeface="Arial"/>
                <a:ea typeface="Arial"/>
                <a:cs typeface="Arial"/>
              </a:defRPr>
            </a:defPPr>
            <a:lvl1pPr>
              <a:defRPr sz="1800" b="0">
                <a:solidFill>
                  <a:srgbClr val="A5BDC6"/>
                </a:solidFill>
                <a:latin typeface="Arial"/>
                <a:ea typeface="Arial"/>
                <a:cs typeface="Arial"/>
              </a:defRPr>
            </a:lvl1pPr>
            <a:lvl2pPr>
              <a:defRPr sz="1800" b="0">
                <a:solidFill>
                  <a:srgbClr val="A5BDC6"/>
                </a:solidFill>
                <a:latin typeface="Arial"/>
                <a:ea typeface="Arial"/>
                <a:cs typeface="Arial"/>
              </a:defRPr>
            </a:lvl2pPr>
            <a:lvl3pPr>
              <a:defRPr sz="1800" b="0">
                <a:solidFill>
                  <a:srgbClr val="A5BDC6"/>
                </a:solidFill>
                <a:latin typeface="Arial"/>
                <a:ea typeface="Arial"/>
                <a:cs typeface="Arial"/>
              </a:defRPr>
            </a:lvl3pPr>
            <a:lvl4pPr>
              <a:defRPr sz="1800" b="0">
                <a:solidFill>
                  <a:srgbClr val="A5BDC6"/>
                </a:solidFill>
                <a:latin typeface="Arial"/>
                <a:ea typeface="Arial"/>
                <a:cs typeface="Arial"/>
              </a:defRPr>
            </a:lvl4pPr>
            <a:lvl5pPr>
              <a:defRPr sz="1800" b="0">
                <a:solidFill>
                  <a:srgbClr val="A5BDC6"/>
                </a:solidFill>
                <a:latin typeface="Arial"/>
                <a:ea typeface="Arial"/>
                <a:cs typeface="Arial"/>
              </a:defRPr>
            </a:lvl5pPr>
            <a:lvl6pPr>
              <a:defRPr sz="1800" b="0">
                <a:solidFill>
                  <a:srgbClr val="A5BDC6"/>
                </a:solidFill>
                <a:latin typeface="Arial"/>
                <a:ea typeface="Arial"/>
                <a:cs typeface="Arial"/>
              </a:defRPr>
            </a:lvl6pPr>
            <a:lvl7pPr>
              <a:defRPr sz="1800" b="0">
                <a:solidFill>
                  <a:srgbClr val="A5BDC6"/>
                </a:solidFill>
                <a:latin typeface="Arial"/>
                <a:ea typeface="Arial"/>
                <a:cs typeface="Arial"/>
              </a:defRPr>
            </a:lvl7pPr>
            <a:lvl8pPr>
              <a:defRPr sz="1800" b="0">
                <a:solidFill>
                  <a:srgbClr val="A5BDC6"/>
                </a:solidFill>
                <a:latin typeface="Arial"/>
                <a:ea typeface="Arial"/>
                <a:cs typeface="Arial"/>
              </a:defRPr>
            </a:lvl8pPr>
            <a:lvl9pPr>
              <a:defRPr sz="1800" b="0">
                <a:solidFill>
                  <a:srgbClr val="A5BDC6"/>
                </a:solidFill>
                <a:latin typeface="Arial"/>
                <a:ea typeface="Arial"/>
                <a:cs typeface="Arial"/>
              </a:defRPr>
            </a:lvl9pPr>
          </a:lstStyle>
          <a:p xmlns:a="http://schemas.openxmlformats.org/drawingml/2006/main">
            <a:pPr>
              <a:defRPr sz="1800" b="0">
                <a:solidFill>
                  <a:srgbClr val="A5BDC6"/>
                </a:solidFill>
                <a:latin typeface="Arial"/>
                <a:ea typeface="Arial"/>
                <a:cs typeface="Arial"/>
              </a:defRPr>
            </a:pPr>
            <a:r>
              <a:rPr sz="1800" b="0">
                <a:solidFill>
                  <a:srgbClr val="A5BDC6"/>
                </a:solidFill>
                <a:latin typeface="Arial"/>
                <a:ea typeface="Arial"/>
                <a:cs typeface="Arial"/>
              </a:rPr>
              <a:t>Approved export   /   separate training   /   held-out test   /   deliberate import</a:t>
            </a:r>
          </a:p>
        </p:txBody>
      </p:sp>
    </p:spTree>
    <p:extLst>
      <p:ext uri="{BB962C8B-B14F-4D97-AF65-F5344CB8AC3E}">
        <p14:creationId xmlns:p14="http://schemas.microsoft.com/office/powerpoint/2010/main" val="760099699"/>
      </p:ext>
    </p:extLst>
  </p:cSld>
</p:sld>
</file>

<file path=ppt/slides/slide7.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sp>
        <p:nvSpPr>
          <p:cNvPr id="15" name="RESULTS AND CONCLUSION">
            <a:extLst xmlns:a="http://schemas.openxmlformats.org/drawingml/2006/main">
              <a:ext uri="{FF2B5EF4-FFF2-40B4-BE49-F238E27FC236}">
                <a16:creationId xmlns:a16="http://schemas.microsoft.com/office/drawing/2014/main" id="{46BDAA66-8DEE-4C05-8722-7CA6CA727938}"/>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RESULTS AND CONCLUSION</a:t>
            </a:r>
          </a:p>
        </p:txBody>
      </p:sp>
      <p:sp>
        <p:nvSpPr>
          <p:cNvPr id="2" name="A working system with clear next tests">
            <a:extLst xmlns:a="http://schemas.openxmlformats.org/drawingml/2006/main">
              <a:ext uri="{FF2B5EF4-FFF2-40B4-BE49-F238E27FC236}">
                <a16:creationId xmlns:a16="http://schemas.microsoft.com/office/drawing/2014/main" id="{2C1234E3-3479-4EAA-912B-1FB440382880}"/>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A working system with clear next tests</a:t>
            </a:r>
          </a:p>
        </p:txBody>
      </p:sp>
      <p:sp>
        <p:nvSpPr>
          <p:cNvPr id="3" name="RoadScan / AIEP capstone">
            <a:extLst xmlns:a="http://schemas.openxmlformats.org/drawingml/2006/main">
              <a:ext uri="{FF2B5EF4-FFF2-40B4-BE49-F238E27FC236}">
                <a16:creationId xmlns:a16="http://schemas.microsoft.com/office/drawing/2014/main" id="{A59251AE-CE1D-4CCE-9B53-D5679DD2B9C5}"/>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07">
            <a:extLst xmlns:a="http://schemas.openxmlformats.org/drawingml/2006/main">
              <a:ext uri="{FF2B5EF4-FFF2-40B4-BE49-F238E27FC236}">
                <a16:creationId xmlns:a16="http://schemas.microsoft.com/office/drawing/2014/main" id="{AA4CB130-791B-4E96-9FCA-E61A602770CE}"/>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07</a:t>
            </a:r>
          </a:p>
        </p:txBody>
      </p:sp>
      <p:sp>
        <p:nvSpPr>
          <p:cNvPr id="5" name="221">
            <a:extLst xmlns:a="http://schemas.openxmlformats.org/drawingml/2006/main">
              <a:ext uri="{FF2B5EF4-FFF2-40B4-BE49-F238E27FC236}">
                <a16:creationId xmlns:a16="http://schemas.microsoft.com/office/drawing/2014/main" id="{42E47B7F-21DB-4337-B5A7-60F24F7F88D1}"/>
              </a:ext>
            </a:extLst>
          </p:cNvPr>
          <p:cNvSpPr>
            <a:spLocks xmlns:a="http://schemas.openxmlformats.org/drawingml/2006/main" noGrp="1"/>
          </p:cNvSpPr>
          <p:nvPr/>
        </p:nvSpPr>
        <p:spPr>
          <a:xfrm xmlns:a="http://schemas.openxmlformats.org/drawingml/2006/main">
            <a:off x="552450" y="2047875"/>
            <a:ext cx="304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600" b="1">
                <a:solidFill>
                  <a:srgbClr val="DCFA6B"/>
                </a:solidFill>
                <a:latin typeface="Arial"/>
                <a:ea typeface="Arial"/>
                <a:cs typeface="Arial"/>
              </a:defRPr>
            </a:defPPr>
            <a:lvl1pPr>
              <a:defRPr sz="6600" b="1">
                <a:solidFill>
                  <a:srgbClr val="DCFA6B"/>
                </a:solidFill>
                <a:latin typeface="Arial"/>
                <a:ea typeface="Arial"/>
                <a:cs typeface="Arial"/>
              </a:defRPr>
            </a:lvl1pPr>
            <a:lvl2pPr>
              <a:defRPr sz="6600" b="1">
                <a:solidFill>
                  <a:srgbClr val="DCFA6B"/>
                </a:solidFill>
                <a:latin typeface="Arial"/>
                <a:ea typeface="Arial"/>
                <a:cs typeface="Arial"/>
              </a:defRPr>
            </a:lvl2pPr>
            <a:lvl3pPr>
              <a:defRPr sz="6600" b="1">
                <a:solidFill>
                  <a:srgbClr val="DCFA6B"/>
                </a:solidFill>
                <a:latin typeface="Arial"/>
                <a:ea typeface="Arial"/>
                <a:cs typeface="Arial"/>
              </a:defRPr>
            </a:lvl3pPr>
            <a:lvl4pPr>
              <a:defRPr sz="6600" b="1">
                <a:solidFill>
                  <a:srgbClr val="DCFA6B"/>
                </a:solidFill>
                <a:latin typeface="Arial"/>
                <a:ea typeface="Arial"/>
                <a:cs typeface="Arial"/>
              </a:defRPr>
            </a:lvl4pPr>
            <a:lvl5pPr>
              <a:defRPr sz="6600" b="1">
                <a:solidFill>
                  <a:srgbClr val="DCFA6B"/>
                </a:solidFill>
                <a:latin typeface="Arial"/>
                <a:ea typeface="Arial"/>
                <a:cs typeface="Arial"/>
              </a:defRPr>
            </a:lvl5pPr>
            <a:lvl6pPr>
              <a:defRPr sz="6600" b="1">
                <a:solidFill>
                  <a:srgbClr val="DCFA6B"/>
                </a:solidFill>
                <a:latin typeface="Arial"/>
                <a:ea typeface="Arial"/>
                <a:cs typeface="Arial"/>
              </a:defRPr>
            </a:lvl6pPr>
            <a:lvl7pPr>
              <a:defRPr sz="6600" b="1">
                <a:solidFill>
                  <a:srgbClr val="DCFA6B"/>
                </a:solidFill>
                <a:latin typeface="Arial"/>
                <a:ea typeface="Arial"/>
                <a:cs typeface="Arial"/>
              </a:defRPr>
            </a:lvl7pPr>
            <a:lvl8pPr>
              <a:defRPr sz="6600" b="1">
                <a:solidFill>
                  <a:srgbClr val="DCFA6B"/>
                </a:solidFill>
                <a:latin typeface="Arial"/>
                <a:ea typeface="Arial"/>
                <a:cs typeface="Arial"/>
              </a:defRPr>
            </a:lvl8pPr>
            <a:lvl9pPr>
              <a:defRPr sz="6600" b="1">
                <a:solidFill>
                  <a:srgbClr val="DCFA6B"/>
                </a:solidFill>
                <a:latin typeface="Arial"/>
                <a:ea typeface="Arial"/>
                <a:cs typeface="Arial"/>
              </a:defRPr>
            </a:lvl9pPr>
          </a:lstStyle>
          <a:p xmlns:a="http://schemas.openxmlformats.org/drawingml/2006/main">
            <a:pPr>
              <a:defRPr sz="6600" b="1">
                <a:solidFill>
                  <a:srgbClr val="DCFA6B"/>
                </a:solidFill>
                <a:latin typeface="Arial"/>
                <a:ea typeface="Arial"/>
                <a:cs typeface="Arial"/>
              </a:defRPr>
            </a:pPr>
            <a:r>
              <a:rPr sz="6600" b="1">
                <a:solidFill>
                  <a:srgbClr val="DCFA6B"/>
                </a:solidFill>
                <a:latin typeface="Arial"/>
                <a:ea typeface="Arial"/>
                <a:cs typeface="Arial"/>
              </a:rPr>
              <a:t>221</a:t>
            </a:r>
          </a:p>
        </p:txBody>
      </p:sp>
      <p:sp>
        <p:nvSpPr>
          <p:cNvPr id="6" name="backend tests">
            <a:extLst xmlns:a="http://schemas.openxmlformats.org/drawingml/2006/main">
              <a:ext uri="{FF2B5EF4-FFF2-40B4-BE49-F238E27FC236}">
                <a16:creationId xmlns:a16="http://schemas.microsoft.com/office/drawing/2014/main" id="{6949E41B-2096-48B8-A4C6-4A5E0DA56518}"/>
              </a:ext>
            </a:extLst>
          </p:cNvPr>
          <p:cNvSpPr>
            <a:spLocks xmlns:a="http://schemas.openxmlformats.org/drawingml/2006/main" noGrp="1"/>
          </p:cNvSpPr>
          <p:nvPr/>
        </p:nvSpPr>
        <p:spPr>
          <a:xfrm xmlns:a="http://schemas.openxmlformats.org/drawingml/2006/main">
            <a:off x="552450" y="3143250"/>
            <a:ext cx="314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F0F5F6"/>
                </a:solidFill>
                <a:latin typeface="Arial"/>
                <a:ea typeface="Arial"/>
                <a:cs typeface="Arial"/>
              </a:defRPr>
            </a:defPPr>
            <a:lvl1pPr>
              <a:defRPr sz="2100" b="0">
                <a:solidFill>
                  <a:srgbClr val="F0F5F6"/>
                </a:solidFill>
                <a:latin typeface="Arial"/>
                <a:ea typeface="Arial"/>
                <a:cs typeface="Arial"/>
              </a:defRPr>
            </a:lvl1pPr>
            <a:lvl2pPr>
              <a:defRPr sz="2100" b="0">
                <a:solidFill>
                  <a:srgbClr val="F0F5F6"/>
                </a:solidFill>
                <a:latin typeface="Arial"/>
                <a:ea typeface="Arial"/>
                <a:cs typeface="Arial"/>
              </a:defRPr>
            </a:lvl2pPr>
            <a:lvl3pPr>
              <a:defRPr sz="2100" b="0">
                <a:solidFill>
                  <a:srgbClr val="F0F5F6"/>
                </a:solidFill>
                <a:latin typeface="Arial"/>
                <a:ea typeface="Arial"/>
                <a:cs typeface="Arial"/>
              </a:defRPr>
            </a:lvl3pPr>
            <a:lvl4pPr>
              <a:defRPr sz="2100" b="0">
                <a:solidFill>
                  <a:srgbClr val="F0F5F6"/>
                </a:solidFill>
                <a:latin typeface="Arial"/>
                <a:ea typeface="Arial"/>
                <a:cs typeface="Arial"/>
              </a:defRPr>
            </a:lvl4pPr>
            <a:lvl5pPr>
              <a:defRPr sz="2100" b="0">
                <a:solidFill>
                  <a:srgbClr val="F0F5F6"/>
                </a:solidFill>
                <a:latin typeface="Arial"/>
                <a:ea typeface="Arial"/>
                <a:cs typeface="Arial"/>
              </a:defRPr>
            </a:lvl5pPr>
            <a:lvl6pPr>
              <a:defRPr sz="2100" b="0">
                <a:solidFill>
                  <a:srgbClr val="F0F5F6"/>
                </a:solidFill>
                <a:latin typeface="Arial"/>
                <a:ea typeface="Arial"/>
                <a:cs typeface="Arial"/>
              </a:defRPr>
            </a:lvl6pPr>
            <a:lvl7pPr>
              <a:defRPr sz="2100" b="0">
                <a:solidFill>
                  <a:srgbClr val="F0F5F6"/>
                </a:solidFill>
                <a:latin typeface="Arial"/>
                <a:ea typeface="Arial"/>
                <a:cs typeface="Arial"/>
              </a:defRPr>
            </a:lvl7pPr>
            <a:lvl8pPr>
              <a:defRPr sz="2100" b="0">
                <a:solidFill>
                  <a:srgbClr val="F0F5F6"/>
                </a:solidFill>
                <a:latin typeface="Arial"/>
                <a:ea typeface="Arial"/>
                <a:cs typeface="Arial"/>
              </a:defRPr>
            </a:lvl8pPr>
            <a:lvl9pPr>
              <a:defRPr sz="2100" b="0">
                <a:solidFill>
                  <a:srgbClr val="F0F5F6"/>
                </a:solidFill>
                <a:latin typeface="Arial"/>
                <a:ea typeface="Arial"/>
                <a:cs typeface="Arial"/>
              </a:defRPr>
            </a:lvl9pPr>
          </a:lstStyle>
          <a:p xmlns:a="http://schemas.openxmlformats.org/drawingml/2006/main">
            <a:pPr>
              <a:defRPr sz="2100" b="0">
                <a:solidFill>
                  <a:srgbClr val="F0F5F6"/>
                </a:solidFill>
                <a:latin typeface="Arial"/>
                <a:ea typeface="Arial"/>
                <a:cs typeface="Arial"/>
              </a:defRPr>
            </a:pPr>
            <a:r>
              <a:rPr sz="2100" b="0">
                <a:solidFill>
                  <a:srgbClr val="F0F5F6"/>
                </a:solidFill>
                <a:latin typeface="Arial"/>
                <a:ea typeface="Arial"/>
                <a:cs typeface="Arial"/>
              </a:rPr>
              <a:t>backend tests</a:t>
            </a:r>
          </a:p>
        </p:txBody>
      </p:sp>
      <p:sp>
        <p:nvSpPr>
          <p:cNvPr id="7" name="24">
            <a:extLst xmlns:a="http://schemas.openxmlformats.org/drawingml/2006/main">
              <a:ext uri="{FF2B5EF4-FFF2-40B4-BE49-F238E27FC236}">
                <a16:creationId xmlns:a16="http://schemas.microsoft.com/office/drawing/2014/main" id="{2C92CDC2-0A18-4BF0-AFE4-E68E6AA86A12}"/>
              </a:ext>
            </a:extLst>
          </p:cNvPr>
          <p:cNvSpPr>
            <a:spLocks xmlns:a="http://schemas.openxmlformats.org/drawingml/2006/main" noGrp="1"/>
          </p:cNvSpPr>
          <p:nvPr/>
        </p:nvSpPr>
        <p:spPr>
          <a:xfrm xmlns:a="http://schemas.openxmlformats.org/drawingml/2006/main">
            <a:off x="4429125" y="2047875"/>
            <a:ext cx="304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600" b="1">
                <a:solidFill>
                  <a:srgbClr val="DCFA6B"/>
                </a:solidFill>
                <a:latin typeface="Arial"/>
                <a:ea typeface="Arial"/>
                <a:cs typeface="Arial"/>
              </a:defRPr>
            </a:defPPr>
            <a:lvl1pPr>
              <a:defRPr sz="6600" b="1">
                <a:solidFill>
                  <a:srgbClr val="DCFA6B"/>
                </a:solidFill>
                <a:latin typeface="Arial"/>
                <a:ea typeface="Arial"/>
                <a:cs typeface="Arial"/>
              </a:defRPr>
            </a:lvl1pPr>
            <a:lvl2pPr>
              <a:defRPr sz="6600" b="1">
                <a:solidFill>
                  <a:srgbClr val="DCFA6B"/>
                </a:solidFill>
                <a:latin typeface="Arial"/>
                <a:ea typeface="Arial"/>
                <a:cs typeface="Arial"/>
              </a:defRPr>
            </a:lvl2pPr>
            <a:lvl3pPr>
              <a:defRPr sz="6600" b="1">
                <a:solidFill>
                  <a:srgbClr val="DCFA6B"/>
                </a:solidFill>
                <a:latin typeface="Arial"/>
                <a:ea typeface="Arial"/>
                <a:cs typeface="Arial"/>
              </a:defRPr>
            </a:lvl3pPr>
            <a:lvl4pPr>
              <a:defRPr sz="6600" b="1">
                <a:solidFill>
                  <a:srgbClr val="DCFA6B"/>
                </a:solidFill>
                <a:latin typeface="Arial"/>
                <a:ea typeface="Arial"/>
                <a:cs typeface="Arial"/>
              </a:defRPr>
            </a:lvl4pPr>
            <a:lvl5pPr>
              <a:defRPr sz="6600" b="1">
                <a:solidFill>
                  <a:srgbClr val="DCFA6B"/>
                </a:solidFill>
                <a:latin typeface="Arial"/>
                <a:ea typeface="Arial"/>
                <a:cs typeface="Arial"/>
              </a:defRPr>
            </a:lvl5pPr>
            <a:lvl6pPr>
              <a:defRPr sz="6600" b="1">
                <a:solidFill>
                  <a:srgbClr val="DCFA6B"/>
                </a:solidFill>
                <a:latin typeface="Arial"/>
                <a:ea typeface="Arial"/>
                <a:cs typeface="Arial"/>
              </a:defRPr>
            </a:lvl6pPr>
            <a:lvl7pPr>
              <a:defRPr sz="6600" b="1">
                <a:solidFill>
                  <a:srgbClr val="DCFA6B"/>
                </a:solidFill>
                <a:latin typeface="Arial"/>
                <a:ea typeface="Arial"/>
                <a:cs typeface="Arial"/>
              </a:defRPr>
            </a:lvl7pPr>
            <a:lvl8pPr>
              <a:defRPr sz="6600" b="1">
                <a:solidFill>
                  <a:srgbClr val="DCFA6B"/>
                </a:solidFill>
                <a:latin typeface="Arial"/>
                <a:ea typeface="Arial"/>
                <a:cs typeface="Arial"/>
              </a:defRPr>
            </a:lvl8pPr>
            <a:lvl9pPr>
              <a:defRPr sz="6600" b="1">
                <a:solidFill>
                  <a:srgbClr val="DCFA6B"/>
                </a:solidFill>
                <a:latin typeface="Arial"/>
                <a:ea typeface="Arial"/>
                <a:cs typeface="Arial"/>
              </a:defRPr>
            </a:lvl9pPr>
          </a:lstStyle>
          <a:p xmlns:a="http://schemas.openxmlformats.org/drawingml/2006/main">
            <a:pPr>
              <a:defRPr sz="6600" b="1">
                <a:solidFill>
                  <a:srgbClr val="DCFA6B"/>
                </a:solidFill>
                <a:latin typeface="Arial"/>
                <a:ea typeface="Arial"/>
                <a:cs typeface="Arial"/>
              </a:defRPr>
            </a:pPr>
            <a:r>
              <a:rPr sz="6600" b="1">
                <a:solidFill>
                  <a:srgbClr val="DCFA6B"/>
                </a:solidFill>
                <a:latin typeface="Arial"/>
                <a:ea typeface="Arial"/>
                <a:cs typeface="Arial"/>
              </a:rPr>
              <a:t>24</a:t>
            </a:r>
          </a:p>
        </p:txBody>
      </p:sp>
      <p:sp>
        <p:nvSpPr>
          <p:cNvPr id="8" name="frontend tests">
            <a:extLst xmlns:a="http://schemas.openxmlformats.org/drawingml/2006/main">
              <a:ext uri="{FF2B5EF4-FFF2-40B4-BE49-F238E27FC236}">
                <a16:creationId xmlns:a16="http://schemas.microsoft.com/office/drawing/2014/main" id="{20498B3B-4676-4B67-9270-F1A0E840CE31}"/>
              </a:ext>
            </a:extLst>
          </p:cNvPr>
          <p:cNvSpPr>
            <a:spLocks xmlns:a="http://schemas.openxmlformats.org/drawingml/2006/main" noGrp="1"/>
          </p:cNvSpPr>
          <p:nvPr/>
        </p:nvSpPr>
        <p:spPr>
          <a:xfrm xmlns:a="http://schemas.openxmlformats.org/drawingml/2006/main">
            <a:off x="4429125" y="3143250"/>
            <a:ext cx="314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F0F5F6"/>
                </a:solidFill>
                <a:latin typeface="Arial"/>
                <a:ea typeface="Arial"/>
                <a:cs typeface="Arial"/>
              </a:defRPr>
            </a:defPPr>
            <a:lvl1pPr>
              <a:defRPr sz="2100" b="0">
                <a:solidFill>
                  <a:srgbClr val="F0F5F6"/>
                </a:solidFill>
                <a:latin typeface="Arial"/>
                <a:ea typeface="Arial"/>
                <a:cs typeface="Arial"/>
              </a:defRPr>
            </a:lvl1pPr>
            <a:lvl2pPr>
              <a:defRPr sz="2100" b="0">
                <a:solidFill>
                  <a:srgbClr val="F0F5F6"/>
                </a:solidFill>
                <a:latin typeface="Arial"/>
                <a:ea typeface="Arial"/>
                <a:cs typeface="Arial"/>
              </a:defRPr>
            </a:lvl2pPr>
            <a:lvl3pPr>
              <a:defRPr sz="2100" b="0">
                <a:solidFill>
                  <a:srgbClr val="F0F5F6"/>
                </a:solidFill>
                <a:latin typeface="Arial"/>
                <a:ea typeface="Arial"/>
                <a:cs typeface="Arial"/>
              </a:defRPr>
            </a:lvl3pPr>
            <a:lvl4pPr>
              <a:defRPr sz="2100" b="0">
                <a:solidFill>
                  <a:srgbClr val="F0F5F6"/>
                </a:solidFill>
                <a:latin typeface="Arial"/>
                <a:ea typeface="Arial"/>
                <a:cs typeface="Arial"/>
              </a:defRPr>
            </a:lvl4pPr>
            <a:lvl5pPr>
              <a:defRPr sz="2100" b="0">
                <a:solidFill>
                  <a:srgbClr val="F0F5F6"/>
                </a:solidFill>
                <a:latin typeface="Arial"/>
                <a:ea typeface="Arial"/>
                <a:cs typeface="Arial"/>
              </a:defRPr>
            </a:lvl5pPr>
            <a:lvl6pPr>
              <a:defRPr sz="2100" b="0">
                <a:solidFill>
                  <a:srgbClr val="F0F5F6"/>
                </a:solidFill>
                <a:latin typeface="Arial"/>
                <a:ea typeface="Arial"/>
                <a:cs typeface="Arial"/>
              </a:defRPr>
            </a:lvl6pPr>
            <a:lvl7pPr>
              <a:defRPr sz="2100" b="0">
                <a:solidFill>
                  <a:srgbClr val="F0F5F6"/>
                </a:solidFill>
                <a:latin typeface="Arial"/>
                <a:ea typeface="Arial"/>
                <a:cs typeface="Arial"/>
              </a:defRPr>
            </a:lvl7pPr>
            <a:lvl8pPr>
              <a:defRPr sz="2100" b="0">
                <a:solidFill>
                  <a:srgbClr val="F0F5F6"/>
                </a:solidFill>
                <a:latin typeface="Arial"/>
                <a:ea typeface="Arial"/>
                <a:cs typeface="Arial"/>
              </a:defRPr>
            </a:lvl8pPr>
            <a:lvl9pPr>
              <a:defRPr sz="2100" b="0">
                <a:solidFill>
                  <a:srgbClr val="F0F5F6"/>
                </a:solidFill>
                <a:latin typeface="Arial"/>
                <a:ea typeface="Arial"/>
                <a:cs typeface="Arial"/>
              </a:defRPr>
            </a:lvl9pPr>
          </a:lstStyle>
          <a:p xmlns:a="http://schemas.openxmlformats.org/drawingml/2006/main">
            <a:pPr>
              <a:defRPr sz="2100" b="0">
                <a:solidFill>
                  <a:srgbClr val="F0F5F6"/>
                </a:solidFill>
                <a:latin typeface="Arial"/>
                <a:ea typeface="Arial"/>
                <a:cs typeface="Arial"/>
              </a:defRPr>
            </a:pPr>
            <a:r>
              <a:rPr sz="2100" b="0">
                <a:solidFill>
                  <a:srgbClr val="F0F5F6"/>
                </a:solidFill>
                <a:latin typeface="Arial"/>
                <a:ea typeface="Arial"/>
                <a:cs typeface="Arial"/>
              </a:rPr>
              <a:t>frontend tests</a:t>
            </a:r>
          </a:p>
        </p:txBody>
      </p:sp>
      <p:sp>
        <p:nvSpPr>
          <p:cNvPr id="9" name="67">
            <a:extLst xmlns:a="http://schemas.openxmlformats.org/drawingml/2006/main">
              <a:ext uri="{FF2B5EF4-FFF2-40B4-BE49-F238E27FC236}">
                <a16:creationId xmlns:a16="http://schemas.microsoft.com/office/drawing/2014/main" id="{EA49CBD4-FBDC-462E-9521-1612608DA981}"/>
              </a:ext>
            </a:extLst>
          </p:cNvPr>
          <p:cNvSpPr>
            <a:spLocks xmlns:a="http://schemas.openxmlformats.org/drawingml/2006/main" noGrp="1"/>
          </p:cNvSpPr>
          <p:nvPr/>
        </p:nvSpPr>
        <p:spPr>
          <a:xfrm xmlns:a="http://schemas.openxmlformats.org/drawingml/2006/main">
            <a:off x="8286750" y="2047875"/>
            <a:ext cx="304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600" b="1">
                <a:solidFill>
                  <a:srgbClr val="DCFA6B"/>
                </a:solidFill>
                <a:latin typeface="Arial"/>
                <a:ea typeface="Arial"/>
                <a:cs typeface="Arial"/>
              </a:defRPr>
            </a:defPPr>
            <a:lvl1pPr>
              <a:defRPr sz="6600" b="1">
                <a:solidFill>
                  <a:srgbClr val="DCFA6B"/>
                </a:solidFill>
                <a:latin typeface="Arial"/>
                <a:ea typeface="Arial"/>
                <a:cs typeface="Arial"/>
              </a:defRPr>
            </a:lvl1pPr>
            <a:lvl2pPr>
              <a:defRPr sz="6600" b="1">
                <a:solidFill>
                  <a:srgbClr val="DCFA6B"/>
                </a:solidFill>
                <a:latin typeface="Arial"/>
                <a:ea typeface="Arial"/>
                <a:cs typeface="Arial"/>
              </a:defRPr>
            </a:lvl2pPr>
            <a:lvl3pPr>
              <a:defRPr sz="6600" b="1">
                <a:solidFill>
                  <a:srgbClr val="DCFA6B"/>
                </a:solidFill>
                <a:latin typeface="Arial"/>
                <a:ea typeface="Arial"/>
                <a:cs typeface="Arial"/>
              </a:defRPr>
            </a:lvl3pPr>
            <a:lvl4pPr>
              <a:defRPr sz="6600" b="1">
                <a:solidFill>
                  <a:srgbClr val="DCFA6B"/>
                </a:solidFill>
                <a:latin typeface="Arial"/>
                <a:ea typeface="Arial"/>
                <a:cs typeface="Arial"/>
              </a:defRPr>
            </a:lvl4pPr>
            <a:lvl5pPr>
              <a:defRPr sz="6600" b="1">
                <a:solidFill>
                  <a:srgbClr val="DCFA6B"/>
                </a:solidFill>
                <a:latin typeface="Arial"/>
                <a:ea typeface="Arial"/>
                <a:cs typeface="Arial"/>
              </a:defRPr>
            </a:lvl5pPr>
            <a:lvl6pPr>
              <a:defRPr sz="6600" b="1">
                <a:solidFill>
                  <a:srgbClr val="DCFA6B"/>
                </a:solidFill>
                <a:latin typeface="Arial"/>
                <a:ea typeface="Arial"/>
                <a:cs typeface="Arial"/>
              </a:defRPr>
            </a:lvl6pPr>
            <a:lvl7pPr>
              <a:defRPr sz="6600" b="1">
                <a:solidFill>
                  <a:srgbClr val="DCFA6B"/>
                </a:solidFill>
                <a:latin typeface="Arial"/>
                <a:ea typeface="Arial"/>
                <a:cs typeface="Arial"/>
              </a:defRPr>
            </a:lvl7pPr>
            <a:lvl8pPr>
              <a:defRPr sz="6600" b="1">
                <a:solidFill>
                  <a:srgbClr val="DCFA6B"/>
                </a:solidFill>
                <a:latin typeface="Arial"/>
                <a:ea typeface="Arial"/>
                <a:cs typeface="Arial"/>
              </a:defRPr>
            </a:lvl8pPr>
            <a:lvl9pPr>
              <a:defRPr sz="6600" b="1">
                <a:solidFill>
                  <a:srgbClr val="DCFA6B"/>
                </a:solidFill>
                <a:latin typeface="Arial"/>
                <a:ea typeface="Arial"/>
                <a:cs typeface="Arial"/>
              </a:defRPr>
            </a:lvl9pPr>
          </a:lstStyle>
          <a:p xmlns:a="http://schemas.openxmlformats.org/drawingml/2006/main">
            <a:pPr>
              <a:defRPr sz="6600" b="1">
                <a:solidFill>
                  <a:srgbClr val="DCFA6B"/>
                </a:solidFill>
                <a:latin typeface="Arial"/>
                <a:ea typeface="Arial"/>
                <a:cs typeface="Arial"/>
              </a:defRPr>
            </a:pPr>
            <a:r>
              <a:rPr sz="6600" b="1">
                <a:solidFill>
                  <a:srgbClr val="DCFA6B"/>
                </a:solidFill>
                <a:latin typeface="Arial"/>
                <a:ea typeface="Arial"/>
                <a:cs typeface="Arial"/>
              </a:rPr>
              <a:t>67</a:t>
            </a:r>
          </a:p>
        </p:txBody>
      </p:sp>
      <p:sp>
        <p:nvSpPr>
          <p:cNvPr id="10" name="browser checks">
            <a:extLst xmlns:a="http://schemas.openxmlformats.org/drawingml/2006/main">
              <a:ext uri="{FF2B5EF4-FFF2-40B4-BE49-F238E27FC236}">
                <a16:creationId xmlns:a16="http://schemas.microsoft.com/office/drawing/2014/main" id="{B2A1C478-AFC1-47AB-BC44-C3B357B538F7}"/>
              </a:ext>
            </a:extLst>
          </p:cNvPr>
          <p:cNvSpPr>
            <a:spLocks xmlns:a="http://schemas.openxmlformats.org/drawingml/2006/main" noGrp="1"/>
          </p:cNvSpPr>
          <p:nvPr/>
        </p:nvSpPr>
        <p:spPr>
          <a:xfrm xmlns:a="http://schemas.openxmlformats.org/drawingml/2006/main">
            <a:off x="8286750" y="3143250"/>
            <a:ext cx="314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F0F5F6"/>
                </a:solidFill>
                <a:latin typeface="Arial"/>
                <a:ea typeface="Arial"/>
                <a:cs typeface="Arial"/>
              </a:defRPr>
            </a:defPPr>
            <a:lvl1pPr>
              <a:defRPr sz="2100" b="0">
                <a:solidFill>
                  <a:srgbClr val="F0F5F6"/>
                </a:solidFill>
                <a:latin typeface="Arial"/>
                <a:ea typeface="Arial"/>
                <a:cs typeface="Arial"/>
              </a:defRPr>
            </a:lvl1pPr>
            <a:lvl2pPr>
              <a:defRPr sz="2100" b="0">
                <a:solidFill>
                  <a:srgbClr val="F0F5F6"/>
                </a:solidFill>
                <a:latin typeface="Arial"/>
                <a:ea typeface="Arial"/>
                <a:cs typeface="Arial"/>
              </a:defRPr>
            </a:lvl2pPr>
            <a:lvl3pPr>
              <a:defRPr sz="2100" b="0">
                <a:solidFill>
                  <a:srgbClr val="F0F5F6"/>
                </a:solidFill>
                <a:latin typeface="Arial"/>
                <a:ea typeface="Arial"/>
                <a:cs typeface="Arial"/>
              </a:defRPr>
            </a:lvl3pPr>
            <a:lvl4pPr>
              <a:defRPr sz="2100" b="0">
                <a:solidFill>
                  <a:srgbClr val="F0F5F6"/>
                </a:solidFill>
                <a:latin typeface="Arial"/>
                <a:ea typeface="Arial"/>
                <a:cs typeface="Arial"/>
              </a:defRPr>
            </a:lvl4pPr>
            <a:lvl5pPr>
              <a:defRPr sz="2100" b="0">
                <a:solidFill>
                  <a:srgbClr val="F0F5F6"/>
                </a:solidFill>
                <a:latin typeface="Arial"/>
                <a:ea typeface="Arial"/>
                <a:cs typeface="Arial"/>
              </a:defRPr>
            </a:lvl5pPr>
            <a:lvl6pPr>
              <a:defRPr sz="2100" b="0">
                <a:solidFill>
                  <a:srgbClr val="F0F5F6"/>
                </a:solidFill>
                <a:latin typeface="Arial"/>
                <a:ea typeface="Arial"/>
                <a:cs typeface="Arial"/>
              </a:defRPr>
            </a:lvl6pPr>
            <a:lvl7pPr>
              <a:defRPr sz="2100" b="0">
                <a:solidFill>
                  <a:srgbClr val="F0F5F6"/>
                </a:solidFill>
                <a:latin typeface="Arial"/>
                <a:ea typeface="Arial"/>
                <a:cs typeface="Arial"/>
              </a:defRPr>
            </a:lvl7pPr>
            <a:lvl8pPr>
              <a:defRPr sz="2100" b="0">
                <a:solidFill>
                  <a:srgbClr val="F0F5F6"/>
                </a:solidFill>
                <a:latin typeface="Arial"/>
                <a:ea typeface="Arial"/>
                <a:cs typeface="Arial"/>
              </a:defRPr>
            </a:lvl8pPr>
            <a:lvl9pPr>
              <a:defRPr sz="2100" b="0">
                <a:solidFill>
                  <a:srgbClr val="F0F5F6"/>
                </a:solidFill>
                <a:latin typeface="Arial"/>
                <a:ea typeface="Arial"/>
                <a:cs typeface="Arial"/>
              </a:defRPr>
            </a:lvl9pPr>
          </a:lstStyle>
          <a:p xmlns:a="http://schemas.openxmlformats.org/drawingml/2006/main">
            <a:pPr>
              <a:defRPr sz="2100" b="0">
                <a:solidFill>
                  <a:srgbClr val="F0F5F6"/>
                </a:solidFill>
                <a:latin typeface="Arial"/>
                <a:ea typeface="Arial"/>
                <a:cs typeface="Arial"/>
              </a:defRPr>
            </a:pPr>
            <a:r>
              <a:rPr sz="2100" b="0">
                <a:solidFill>
                  <a:srgbClr val="F0F5F6"/>
                </a:solidFill>
                <a:latin typeface="Arial"/>
                <a:ea typeface="Arial"/>
                <a:cs typeface="Arial"/>
              </a:rPr>
              <a:t>browser checks</a:t>
            </a:r>
          </a:p>
        </p:txBody>
      </p:sp>
      <p:sp>
        <p:nvSpPr>
          <p:cNvPr id="11" name="Recorded release checks. One optional backend test">
            <a:extLst xmlns:a="http://schemas.openxmlformats.org/drawingml/2006/main">
              <a:ext uri="{FF2B5EF4-FFF2-40B4-BE49-F238E27FC236}">
                <a16:creationId xmlns:a16="http://schemas.microsoft.com/office/drawing/2014/main" id="{F234B881-3F94-403E-AB89-15C0AC4E1741}"/>
              </a:ext>
            </a:extLst>
          </p:cNvPr>
          <p:cNvSpPr>
            <a:spLocks xmlns:a="http://schemas.openxmlformats.org/drawingml/2006/main" noGrp="1"/>
          </p:cNvSpPr>
          <p:nvPr/>
        </p:nvSpPr>
        <p:spPr>
          <a:xfrm xmlns:a="http://schemas.openxmlformats.org/drawingml/2006/main">
            <a:off x="552450" y="3752850"/>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A5BDC6"/>
                </a:solidFill>
                <a:latin typeface="Arial"/>
                <a:ea typeface="Arial"/>
                <a:cs typeface="Arial"/>
              </a:defRPr>
            </a:defPPr>
            <a:lvl1pPr>
              <a:defRPr sz="1725" b="0">
                <a:solidFill>
                  <a:srgbClr val="A5BDC6"/>
                </a:solidFill>
                <a:latin typeface="Arial"/>
                <a:ea typeface="Arial"/>
                <a:cs typeface="Arial"/>
              </a:defRPr>
            </a:lvl1pPr>
            <a:lvl2pPr>
              <a:defRPr sz="1725" b="0">
                <a:solidFill>
                  <a:srgbClr val="A5BDC6"/>
                </a:solidFill>
                <a:latin typeface="Arial"/>
                <a:ea typeface="Arial"/>
                <a:cs typeface="Arial"/>
              </a:defRPr>
            </a:lvl2pPr>
            <a:lvl3pPr>
              <a:defRPr sz="1725" b="0">
                <a:solidFill>
                  <a:srgbClr val="A5BDC6"/>
                </a:solidFill>
                <a:latin typeface="Arial"/>
                <a:ea typeface="Arial"/>
                <a:cs typeface="Arial"/>
              </a:defRPr>
            </a:lvl3pPr>
            <a:lvl4pPr>
              <a:defRPr sz="1725" b="0">
                <a:solidFill>
                  <a:srgbClr val="A5BDC6"/>
                </a:solidFill>
                <a:latin typeface="Arial"/>
                <a:ea typeface="Arial"/>
                <a:cs typeface="Arial"/>
              </a:defRPr>
            </a:lvl4pPr>
            <a:lvl5pPr>
              <a:defRPr sz="1725" b="0">
                <a:solidFill>
                  <a:srgbClr val="A5BDC6"/>
                </a:solidFill>
                <a:latin typeface="Arial"/>
                <a:ea typeface="Arial"/>
                <a:cs typeface="Arial"/>
              </a:defRPr>
            </a:lvl5pPr>
            <a:lvl6pPr>
              <a:defRPr sz="1725" b="0">
                <a:solidFill>
                  <a:srgbClr val="A5BDC6"/>
                </a:solidFill>
                <a:latin typeface="Arial"/>
                <a:ea typeface="Arial"/>
                <a:cs typeface="Arial"/>
              </a:defRPr>
            </a:lvl6pPr>
            <a:lvl7pPr>
              <a:defRPr sz="1725" b="0">
                <a:solidFill>
                  <a:srgbClr val="A5BDC6"/>
                </a:solidFill>
                <a:latin typeface="Arial"/>
                <a:ea typeface="Arial"/>
                <a:cs typeface="Arial"/>
              </a:defRPr>
            </a:lvl7pPr>
            <a:lvl8pPr>
              <a:defRPr sz="1725" b="0">
                <a:solidFill>
                  <a:srgbClr val="A5BDC6"/>
                </a:solidFill>
                <a:latin typeface="Arial"/>
                <a:ea typeface="Arial"/>
                <a:cs typeface="Arial"/>
              </a:defRPr>
            </a:lvl8pPr>
            <a:lvl9pPr>
              <a:defRPr sz="1725" b="0">
                <a:solidFill>
                  <a:srgbClr val="A5BDC6"/>
                </a:solidFill>
                <a:latin typeface="Arial"/>
                <a:ea typeface="Arial"/>
                <a:cs typeface="Arial"/>
              </a:defRPr>
            </a:lvl9pPr>
          </a:lstStyle>
          <a:p xmlns:a="http://schemas.openxmlformats.org/drawingml/2006/main">
            <a:pPr>
              <a:defRPr sz="1725" b="0">
                <a:solidFill>
                  <a:srgbClr val="A5BDC6"/>
                </a:solidFill>
                <a:latin typeface="Arial"/>
                <a:ea typeface="Arial"/>
                <a:cs typeface="Arial"/>
              </a:defRPr>
            </a:pPr>
            <a:r>
              <a:rPr sz="1725" b="0">
                <a:solidFill>
                  <a:srgbClr val="A5BDC6"/>
                </a:solidFill>
                <a:latin typeface="Arial"/>
                <a:ea typeface="Arial"/>
                <a:cs typeface="Arial"/>
              </a:rPr>
              <a:t>Recorded release checks. One optional backend test skipped.</a:t>
            </a:r>
          </a:p>
        </p:txBody>
      </p:sp>
      <p:sp>
        <p:nvSpPr>
          <p:cNvPr id="12" name="Next evidence">
            <a:extLst xmlns:a="http://schemas.openxmlformats.org/drawingml/2006/main">
              <a:ext uri="{FF2B5EF4-FFF2-40B4-BE49-F238E27FC236}">
                <a16:creationId xmlns:a16="http://schemas.microsoft.com/office/drawing/2014/main" id="{27584D7C-E790-453D-9599-BEE12365CF7E}"/>
              </a:ext>
            </a:extLst>
          </p:cNvPr>
          <p:cNvSpPr>
            <a:spLocks xmlns:a="http://schemas.openxmlformats.org/drawingml/2006/main" noGrp="1"/>
          </p:cNvSpPr>
          <p:nvPr/>
        </p:nvSpPr>
        <p:spPr>
          <a:xfrm xmlns:a="http://schemas.openxmlformats.org/drawingml/2006/main">
            <a:off x="552450" y="4486275"/>
            <a:ext cx="10477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77D6DD"/>
                </a:solidFill>
                <a:latin typeface="Arial"/>
                <a:ea typeface="Arial"/>
                <a:cs typeface="Arial"/>
              </a:defRPr>
            </a:defPPr>
            <a:lvl1pPr>
              <a:defRPr sz="2325" b="1">
                <a:solidFill>
                  <a:srgbClr val="77D6DD"/>
                </a:solidFill>
                <a:latin typeface="Arial"/>
                <a:ea typeface="Arial"/>
                <a:cs typeface="Arial"/>
              </a:defRPr>
            </a:lvl1pPr>
            <a:lvl2pPr>
              <a:defRPr sz="2325" b="1">
                <a:solidFill>
                  <a:srgbClr val="77D6DD"/>
                </a:solidFill>
                <a:latin typeface="Arial"/>
                <a:ea typeface="Arial"/>
                <a:cs typeface="Arial"/>
              </a:defRPr>
            </a:lvl2pPr>
            <a:lvl3pPr>
              <a:defRPr sz="2325" b="1">
                <a:solidFill>
                  <a:srgbClr val="77D6DD"/>
                </a:solidFill>
                <a:latin typeface="Arial"/>
                <a:ea typeface="Arial"/>
                <a:cs typeface="Arial"/>
              </a:defRPr>
            </a:lvl3pPr>
            <a:lvl4pPr>
              <a:defRPr sz="2325" b="1">
                <a:solidFill>
                  <a:srgbClr val="77D6DD"/>
                </a:solidFill>
                <a:latin typeface="Arial"/>
                <a:ea typeface="Arial"/>
                <a:cs typeface="Arial"/>
              </a:defRPr>
            </a:lvl4pPr>
            <a:lvl5pPr>
              <a:defRPr sz="2325" b="1">
                <a:solidFill>
                  <a:srgbClr val="77D6DD"/>
                </a:solidFill>
                <a:latin typeface="Arial"/>
                <a:ea typeface="Arial"/>
                <a:cs typeface="Arial"/>
              </a:defRPr>
            </a:lvl5pPr>
            <a:lvl6pPr>
              <a:defRPr sz="2325" b="1">
                <a:solidFill>
                  <a:srgbClr val="77D6DD"/>
                </a:solidFill>
                <a:latin typeface="Arial"/>
                <a:ea typeface="Arial"/>
                <a:cs typeface="Arial"/>
              </a:defRPr>
            </a:lvl6pPr>
            <a:lvl7pPr>
              <a:defRPr sz="2325" b="1">
                <a:solidFill>
                  <a:srgbClr val="77D6DD"/>
                </a:solidFill>
                <a:latin typeface="Arial"/>
                <a:ea typeface="Arial"/>
                <a:cs typeface="Arial"/>
              </a:defRPr>
            </a:lvl7pPr>
            <a:lvl8pPr>
              <a:defRPr sz="2325" b="1">
                <a:solidFill>
                  <a:srgbClr val="77D6DD"/>
                </a:solidFill>
                <a:latin typeface="Arial"/>
                <a:ea typeface="Arial"/>
                <a:cs typeface="Arial"/>
              </a:defRPr>
            </a:lvl8pPr>
            <a:lvl9pPr>
              <a:defRPr sz="2325" b="1">
                <a:solidFill>
                  <a:srgbClr val="77D6DD"/>
                </a:solidFill>
                <a:latin typeface="Arial"/>
                <a:ea typeface="Arial"/>
                <a:cs typeface="Arial"/>
              </a:defRPr>
            </a:lvl9pPr>
          </a:lstStyle>
          <a:p xmlns:a="http://schemas.openxmlformats.org/drawingml/2006/main">
            <a:pPr>
              <a:defRPr sz="2325" b="1">
                <a:solidFill>
                  <a:srgbClr val="77D6DD"/>
                </a:solidFill>
                <a:latin typeface="Arial"/>
                <a:ea typeface="Arial"/>
                <a:cs typeface="Arial"/>
              </a:defRPr>
            </a:pPr>
            <a:r>
              <a:rPr sz="2325" b="1">
                <a:solidFill>
                  <a:srgbClr val="77D6DD"/>
                </a:solidFill>
                <a:latin typeface="Arial"/>
                <a:ea typeface="Arial"/>
                <a:cs typeface="Arial"/>
              </a:rPr>
              <a:t>Next evidence</a:t>
            </a:r>
          </a:p>
        </p:txBody>
      </p:sp>
      <p:sp>
        <p:nvSpPr>
          <p:cNvPr id="13" name="Labeled Saudi road images and real repeat-damage p">
            <a:extLst xmlns:a="http://schemas.openxmlformats.org/drawingml/2006/main">
              <a:ext uri="{FF2B5EF4-FFF2-40B4-BE49-F238E27FC236}">
                <a16:creationId xmlns:a16="http://schemas.microsoft.com/office/drawing/2014/main" id="{A67A789D-332A-4223-8D79-836EDB99BB88}"/>
              </a:ext>
            </a:extLst>
          </p:cNvPr>
          <p:cNvSpPr>
            <a:spLocks xmlns:a="http://schemas.openxmlformats.org/drawingml/2006/main" noGrp="1"/>
          </p:cNvSpPr>
          <p:nvPr/>
        </p:nvSpPr>
        <p:spPr>
          <a:xfrm xmlns:a="http://schemas.openxmlformats.org/drawingml/2006/main">
            <a:off x="552450" y="4962525"/>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F0F5F6"/>
                </a:solidFill>
                <a:latin typeface="Arial"/>
                <a:ea typeface="Arial"/>
                <a:cs typeface="Arial"/>
              </a:defRPr>
            </a:defPPr>
            <a:lvl1pPr>
              <a:defRPr sz="2100" b="0">
                <a:solidFill>
                  <a:srgbClr val="F0F5F6"/>
                </a:solidFill>
                <a:latin typeface="Arial"/>
                <a:ea typeface="Arial"/>
                <a:cs typeface="Arial"/>
              </a:defRPr>
            </a:lvl1pPr>
            <a:lvl2pPr>
              <a:defRPr sz="2100" b="0">
                <a:solidFill>
                  <a:srgbClr val="F0F5F6"/>
                </a:solidFill>
                <a:latin typeface="Arial"/>
                <a:ea typeface="Arial"/>
                <a:cs typeface="Arial"/>
              </a:defRPr>
            </a:lvl2pPr>
            <a:lvl3pPr>
              <a:defRPr sz="2100" b="0">
                <a:solidFill>
                  <a:srgbClr val="F0F5F6"/>
                </a:solidFill>
                <a:latin typeface="Arial"/>
                <a:ea typeface="Arial"/>
                <a:cs typeface="Arial"/>
              </a:defRPr>
            </a:lvl3pPr>
            <a:lvl4pPr>
              <a:defRPr sz="2100" b="0">
                <a:solidFill>
                  <a:srgbClr val="F0F5F6"/>
                </a:solidFill>
                <a:latin typeface="Arial"/>
                <a:ea typeface="Arial"/>
                <a:cs typeface="Arial"/>
              </a:defRPr>
            </a:lvl4pPr>
            <a:lvl5pPr>
              <a:defRPr sz="2100" b="0">
                <a:solidFill>
                  <a:srgbClr val="F0F5F6"/>
                </a:solidFill>
                <a:latin typeface="Arial"/>
                <a:ea typeface="Arial"/>
                <a:cs typeface="Arial"/>
              </a:defRPr>
            </a:lvl5pPr>
            <a:lvl6pPr>
              <a:defRPr sz="2100" b="0">
                <a:solidFill>
                  <a:srgbClr val="F0F5F6"/>
                </a:solidFill>
                <a:latin typeface="Arial"/>
                <a:ea typeface="Arial"/>
                <a:cs typeface="Arial"/>
              </a:defRPr>
            </a:lvl6pPr>
            <a:lvl7pPr>
              <a:defRPr sz="2100" b="0">
                <a:solidFill>
                  <a:srgbClr val="F0F5F6"/>
                </a:solidFill>
                <a:latin typeface="Arial"/>
                <a:ea typeface="Arial"/>
                <a:cs typeface="Arial"/>
              </a:defRPr>
            </a:lvl7pPr>
            <a:lvl8pPr>
              <a:defRPr sz="2100" b="0">
                <a:solidFill>
                  <a:srgbClr val="F0F5F6"/>
                </a:solidFill>
                <a:latin typeface="Arial"/>
                <a:ea typeface="Arial"/>
                <a:cs typeface="Arial"/>
              </a:defRPr>
            </a:lvl8pPr>
            <a:lvl9pPr>
              <a:defRPr sz="2100" b="0">
                <a:solidFill>
                  <a:srgbClr val="F0F5F6"/>
                </a:solidFill>
                <a:latin typeface="Arial"/>
                <a:ea typeface="Arial"/>
                <a:cs typeface="Arial"/>
              </a:defRPr>
            </a:lvl9pPr>
          </a:lstStyle>
          <a:p xmlns:a="http://schemas.openxmlformats.org/drawingml/2006/main">
            <a:pPr>
              <a:defRPr sz="2100" b="0">
                <a:solidFill>
                  <a:srgbClr val="F0F5F6"/>
                </a:solidFill>
                <a:latin typeface="Arial"/>
                <a:ea typeface="Arial"/>
                <a:cs typeface="Arial"/>
              </a:defRPr>
            </a:pPr>
            <a:r>
              <a:rPr sz="2100" b="0">
                <a:solidFill>
                  <a:srgbClr val="F0F5F6"/>
                </a:solidFill>
                <a:latin typeface="Arial"/>
                <a:ea typeface="Arial"/>
                <a:cs typeface="Arial"/>
              </a:rPr>
              <a:t>Labeled Saudi road images and real repeat-damage pairs.</a:t>
            </a:r>
          </a:p>
          <a:p xmlns:a="http://schemas.openxmlformats.org/drawingml/2006/main">
            <a:pPr>
              <a:defRPr sz="2100" b="0">
                <a:solidFill>
                  <a:srgbClr val="F0F5F6"/>
                </a:solidFill>
                <a:latin typeface="Arial"/>
                <a:ea typeface="Arial"/>
                <a:cs typeface="Arial"/>
              </a:defRPr>
            </a:pPr>
            <a:r>
              <a:rPr sz="2100" b="0">
                <a:solidFill>
                  <a:srgbClr val="F0F5F6"/>
                </a:solidFill>
                <a:latin typeface="Arial"/>
                <a:ea typeface="Arial"/>
                <a:cs typeface="Arial"/>
              </a:rPr>
              <a:t>A shared model test and representative camera latency.</a:t>
            </a:r>
          </a:p>
        </p:txBody>
      </p:sp>
      <p:sp>
        <p:nvSpPr>
          <p:cNvPr id="14" name="Code, reports and baseline resources: github.com/F">
            <a:extLst xmlns:a="http://schemas.openxmlformats.org/drawingml/2006/main">
              <a:ext uri="{FF2B5EF4-FFF2-40B4-BE49-F238E27FC236}">
                <a16:creationId xmlns:a16="http://schemas.microsoft.com/office/drawing/2014/main" id="{D17F491D-0040-4E88-989E-F17A4A07579F}"/>
              </a:ext>
            </a:extLst>
          </p:cNvPr>
          <p:cNvSpPr>
            <a:spLocks xmlns:a="http://schemas.openxmlformats.org/drawingml/2006/main" noGrp="1"/>
          </p:cNvSpPr>
          <p:nvPr/>
        </p:nvSpPr>
        <p:spPr>
          <a:xfrm xmlns:a="http://schemas.openxmlformats.org/drawingml/2006/main">
            <a:off x="552450" y="598170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DCFA6B"/>
                </a:solidFill>
                <a:latin typeface="Arial"/>
                <a:ea typeface="Arial"/>
                <a:cs typeface="Arial"/>
              </a:defRPr>
            </a:defPPr>
            <a:lvl1pPr>
              <a:defRPr sz="1650" b="0">
                <a:solidFill>
                  <a:srgbClr val="DCFA6B"/>
                </a:solidFill>
                <a:latin typeface="Arial"/>
                <a:ea typeface="Arial"/>
                <a:cs typeface="Arial"/>
              </a:defRPr>
            </a:lvl1pPr>
            <a:lvl2pPr>
              <a:defRPr sz="1650" b="0">
                <a:solidFill>
                  <a:srgbClr val="DCFA6B"/>
                </a:solidFill>
                <a:latin typeface="Arial"/>
                <a:ea typeface="Arial"/>
                <a:cs typeface="Arial"/>
              </a:defRPr>
            </a:lvl2pPr>
            <a:lvl3pPr>
              <a:defRPr sz="1650" b="0">
                <a:solidFill>
                  <a:srgbClr val="DCFA6B"/>
                </a:solidFill>
                <a:latin typeface="Arial"/>
                <a:ea typeface="Arial"/>
                <a:cs typeface="Arial"/>
              </a:defRPr>
            </a:lvl3pPr>
            <a:lvl4pPr>
              <a:defRPr sz="1650" b="0">
                <a:solidFill>
                  <a:srgbClr val="DCFA6B"/>
                </a:solidFill>
                <a:latin typeface="Arial"/>
                <a:ea typeface="Arial"/>
                <a:cs typeface="Arial"/>
              </a:defRPr>
            </a:lvl4pPr>
            <a:lvl5pPr>
              <a:defRPr sz="1650" b="0">
                <a:solidFill>
                  <a:srgbClr val="DCFA6B"/>
                </a:solidFill>
                <a:latin typeface="Arial"/>
                <a:ea typeface="Arial"/>
                <a:cs typeface="Arial"/>
              </a:defRPr>
            </a:lvl5pPr>
            <a:lvl6pPr>
              <a:defRPr sz="1650" b="0">
                <a:solidFill>
                  <a:srgbClr val="DCFA6B"/>
                </a:solidFill>
                <a:latin typeface="Arial"/>
                <a:ea typeface="Arial"/>
                <a:cs typeface="Arial"/>
              </a:defRPr>
            </a:lvl6pPr>
            <a:lvl7pPr>
              <a:defRPr sz="1650" b="0">
                <a:solidFill>
                  <a:srgbClr val="DCFA6B"/>
                </a:solidFill>
                <a:latin typeface="Arial"/>
                <a:ea typeface="Arial"/>
                <a:cs typeface="Arial"/>
              </a:defRPr>
            </a:lvl7pPr>
            <a:lvl8pPr>
              <a:defRPr sz="1650" b="0">
                <a:solidFill>
                  <a:srgbClr val="DCFA6B"/>
                </a:solidFill>
                <a:latin typeface="Arial"/>
                <a:ea typeface="Arial"/>
                <a:cs typeface="Arial"/>
              </a:defRPr>
            </a:lvl8pPr>
            <a:lvl9pPr>
              <a:defRPr sz="1650" b="0">
                <a:solidFill>
                  <a:srgbClr val="DCFA6B"/>
                </a:solidFill>
                <a:latin typeface="Arial"/>
                <a:ea typeface="Arial"/>
                <a:cs typeface="Arial"/>
              </a:defRPr>
            </a:lvl9pPr>
          </a:lstStyle>
          <a:p xmlns:a="http://schemas.openxmlformats.org/drawingml/2006/main">
            <a:pPr>
              <a:defRPr sz="1650" b="0">
                <a:solidFill>
                  <a:srgbClr val="DCFA6B"/>
                </a:solidFill>
                <a:latin typeface="Arial"/>
                <a:ea typeface="Arial"/>
                <a:cs typeface="Arial"/>
              </a:defRPr>
            </a:pPr>
            <a:r>
              <a:rPr sz="1650" b="0">
                <a:solidFill>
                  <a:srgbClr val="DCFA6B"/>
                </a:solidFill>
                <a:latin typeface="Arial"/>
                <a:ea typeface="Arial"/>
                <a:cs typeface="Arial"/>
              </a:rPr>
              <a:t>Code, reports and baseline resources: github.com/Feras-MQ/RoadScan</a:t>
            </a:r>
          </a:p>
        </p:txBody>
      </p:sp>
    </p:spTree>
    <p:extLst>
      <p:ext uri="{BB962C8B-B14F-4D97-AF65-F5344CB8AC3E}">
        <p14:creationId xmlns:p14="http://schemas.microsoft.com/office/powerpoint/2010/main" val="1787315961"/>
      </p:ext>
    </p:extLst>
  </p:cSld>
</p:sld>
</file>

<file path=ppt/slides/slide8.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sp>
        <p:nvSpPr>
          <p:cNvPr id="7" name="APPENDIX A / MODEL INVENTORY">
            <a:extLst xmlns:a="http://schemas.openxmlformats.org/drawingml/2006/main">
              <a:ext uri="{FF2B5EF4-FFF2-40B4-BE49-F238E27FC236}">
                <a16:creationId xmlns:a16="http://schemas.microsoft.com/office/drawing/2014/main" id="{26AFAE1A-0C4F-4842-B25A-B3F9DEC57AA0}"/>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APPENDIX A / MODEL INVENTORY</a:t>
            </a:r>
          </a:p>
        </p:txBody>
      </p:sp>
      <p:sp>
        <p:nvSpPr>
          <p:cNvPr id="2" name="What the 19 retained weights contain">
            <a:extLst xmlns:a="http://schemas.openxmlformats.org/drawingml/2006/main">
              <a:ext uri="{FF2B5EF4-FFF2-40B4-BE49-F238E27FC236}">
                <a16:creationId xmlns:a16="http://schemas.microsoft.com/office/drawing/2014/main" id="{C4E5D901-3508-4921-97A0-0C2403654649}"/>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What the 19 retained weights contain</a:t>
            </a:r>
          </a:p>
        </p:txBody>
      </p:sp>
      <p:sp>
        <p:nvSpPr>
          <p:cNvPr id="3" name="RoadScan / AIEP capstone">
            <a:extLst xmlns:a="http://schemas.openxmlformats.org/drawingml/2006/main">
              <a:ext uri="{FF2B5EF4-FFF2-40B4-BE49-F238E27FC236}">
                <a16:creationId xmlns:a16="http://schemas.microsoft.com/office/drawing/2014/main" id="{9B6CC860-2E9D-42E8-BB94-8668DCFD22E4}"/>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08">
            <a:extLst xmlns:a="http://schemas.openxmlformats.org/drawingml/2006/main">
              <a:ext uri="{FF2B5EF4-FFF2-40B4-BE49-F238E27FC236}">
                <a16:creationId xmlns:a16="http://schemas.microsoft.com/office/drawing/2014/main" id="{B36FAE4F-A05B-463E-B71A-7923938B21FE}"/>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08</a:t>
            </a:r>
          </a:p>
        </p:txBody>
      </p:sp>
      <p:graphicFrame>
        <p:nvGraphicFramePr>
          <p:cNvPr id="5" name="">
            <a:extLst xmlns:a="http://schemas.openxmlformats.org/drawingml/2006/main">
              <a:ext uri="{FF2B5EF4-FFF2-40B4-BE49-F238E27FC236}">
                <a16:creationId xmlns:a16="http://schemas.microsoft.com/office/drawing/2014/main" id="{30521578-1F10-41B3-9C4F-EFDF8080D35E}"/>
              </a:ext>
            </a:extLst>
          </p:cNvPr>
          <p:cNvGraphicFramePr/>
          <p:nvPr/>
        </p:nvGraphicFramePr>
        <p:xfrm>
          <a:off xmlns:a="http://schemas.openxmlformats.org/drawingml/2006/main" x="552450" y="1981200"/>
          <a:ext xmlns:a="http://schemas.openxmlformats.org/drawingml/2006/main" cx="11087100" cy="3171825"/>
        </p:xfrm>
        <a:graphic xmlns:a="http://schemas.openxmlformats.org/drawingml/2006/main">
          <a:graphicData uri="http://schemas.openxmlformats.org/drawingml/2006/table">
            <a:tbl>
              <a:tblPr/>
              <a:tblGrid>
                <a:gridCol w="3810000"/>
                <a:gridCol w="1333500"/>
                <a:gridCol w="5943600"/>
              </a:tblGrid>
              <a:tr h="634365">
                <a:tc>
                  <a:txBody>
                    <a:bodyPr/>
                    <a:lstStyle/>
                    <a:p>
                      <a:r>
                        <a:rPr sz="1425" b="1">
                          <a:solidFill>
                            <a:srgbClr val="77D6DD"/>
                          </a:solidFill>
                          <a:latin typeface="Arial"/>
                          <a:ea typeface="Arial"/>
                          <a:cs typeface="Arial"/>
                        </a:rPr>
                        <a:t>Role</a:t>
                      </a:r>
                    </a:p>
                  </a:txBody>
                  <a:tcPr marL="91440" marR="91440" marT="45720" marB="45720">
                    <a:lnL w="9525">
                      <a:solidFill>
                        <a:srgbClr val="36515B"/>
                      </a:solidFill>
                      <a:prstDash val="solid"/>
                    </a:lnL>
                    <a:lnR w="9525">
                      <a:solidFill>
                        <a:srgbClr val="36515B"/>
                      </a:solidFill>
                      <a:prstDash val="solid"/>
                    </a:lnR>
                    <a:lnT w="9525">
                      <a:solidFill>
                        <a:srgbClr val="36515B"/>
                      </a:solidFill>
                      <a:prstDash val="solid"/>
                    </a:lnT>
                    <a:lnB w="9525">
                      <a:solidFill>
                        <a:srgbClr val="36515B"/>
                      </a:solidFill>
                      <a:prstDash val="solid"/>
                    </a:lnB>
                    <a:solidFill>
                      <a:srgbClr val="1B343C"/>
                    </a:solidFill>
                  </a:tcPr>
                </a:tc>
                <a:tc>
                  <a:txBody>
                    <a:bodyPr/>
                    <a:lstStyle/>
                    <a:p>
                      <a:r>
                        <a:rPr sz="1425" b="1">
                          <a:solidFill>
                            <a:srgbClr val="77D6DD"/>
                          </a:solidFill>
                          <a:latin typeface="Arial"/>
                          <a:ea typeface="Arial"/>
                          <a:cs typeface="Arial"/>
                        </a:rPr>
                        <a:t>Count</a:t>
                      </a:r>
                    </a:p>
                  </a:txBody>
                  <a:tcPr marL="91440" marR="91440" marT="45720" marB="45720">
                    <a:lnR w="9525">
                      <a:solidFill>
                        <a:srgbClr val="36515B"/>
                      </a:solidFill>
                      <a:prstDash val="solid"/>
                    </a:lnR>
                    <a:lnT w="9525">
                      <a:solidFill>
                        <a:srgbClr val="36515B"/>
                      </a:solidFill>
                      <a:prstDash val="solid"/>
                    </a:lnT>
                    <a:lnB w="9525">
                      <a:solidFill>
                        <a:srgbClr val="36515B"/>
                      </a:solidFill>
                      <a:prstDash val="solid"/>
                    </a:lnB>
                    <a:solidFill>
                      <a:srgbClr val="1B343C"/>
                    </a:solidFill>
                  </a:tcPr>
                </a:tc>
                <a:tc>
                  <a:txBody>
                    <a:bodyPr/>
                    <a:lstStyle/>
                    <a:p>
                      <a:r>
                        <a:rPr sz="1425" b="1">
                          <a:solidFill>
                            <a:srgbClr val="77D6DD"/>
                          </a:solidFill>
                          <a:latin typeface="Arial"/>
                          <a:ea typeface="Arial"/>
                          <a:cs typeface="Arial"/>
                        </a:rPr>
                        <a:t>Purpose</a:t>
                      </a:r>
                    </a:p>
                  </a:txBody>
                  <a:tcPr marL="91440" marR="91440" marT="45720" marB="45720">
                    <a:lnR w="9525">
                      <a:solidFill>
                        <a:srgbClr val="36515B"/>
                      </a:solidFill>
                      <a:prstDash val="solid"/>
                    </a:lnR>
                    <a:lnT w="9525">
                      <a:solidFill>
                        <a:srgbClr val="36515B"/>
                      </a:solidFill>
                      <a:prstDash val="solid"/>
                    </a:lnT>
                    <a:lnB w="9525">
                      <a:solidFill>
                        <a:srgbClr val="36515B"/>
                      </a:solidFill>
                      <a:prstDash val="solid"/>
                    </a:lnB>
                    <a:solidFill>
                      <a:srgbClr val="1B343C"/>
                    </a:solidFill>
                  </a:tcPr>
                </a:tc>
              </a:tr>
              <a:tr h="634365">
                <a:tc>
                  <a:txBody>
                    <a:bodyPr/>
                    <a:lstStyle/>
                    <a:p>
                      <a:r>
                        <a:rPr sz="1725" b="0">
                          <a:solidFill>
                            <a:srgbClr val="F0F5F6"/>
                          </a:solidFill>
                          <a:latin typeface="Arial"/>
                          <a:ea typeface="Arial"/>
                          <a:cs typeface="Arial"/>
                        </a:rPr>
                        <a:t>Road detectors</a:t>
                      </a:r>
                    </a:p>
                  </a:txBody>
                  <a:tcPr marL="91440" marR="91440" marT="45720" marB="45720">
                    <a:lnL w="9525">
                      <a:solidFill>
                        <a:srgbClr val="36515B"/>
                      </a:solidFill>
                      <a:prstDash val="solid"/>
                    </a:lnL>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16</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Boxes and road-damage classes</a:t>
                      </a:r>
                    </a:p>
                  </a:txBody>
                  <a:tcPr marL="91440" marR="91440" marT="45720" marB="45720">
                    <a:lnR w="9525">
                      <a:solidFill>
                        <a:srgbClr val="36515B"/>
                      </a:solidFill>
                      <a:prstDash val="solid"/>
                    </a:lnR>
                    <a:lnB w="9525">
                      <a:solidFill>
                        <a:srgbClr val="36515B"/>
                      </a:solidFill>
                      <a:prstDash val="solid"/>
                    </a:lnB>
                    <a:solidFill>
                      <a:srgbClr val="0C1820"/>
                    </a:solidFill>
                  </a:tcPr>
                </a:tc>
              </a:tr>
              <a:tr h="634365">
                <a:tc>
                  <a:txBody>
                    <a:bodyPr/>
                    <a:lstStyle/>
                    <a:p>
                      <a:r>
                        <a:rPr sz="1725" b="0">
                          <a:solidFill>
                            <a:srgbClr val="F0F5F6"/>
                          </a:solidFill>
                          <a:latin typeface="Arial"/>
                          <a:ea typeface="Arial"/>
                          <a:cs typeface="Arial"/>
                        </a:rPr>
                        <a:t>ResNet18 classifier</a:t>
                      </a:r>
                    </a:p>
                  </a:txBody>
                  <a:tcPr marL="91440" marR="91440" marT="45720" marB="45720">
                    <a:lnL w="9525">
                      <a:solidFill>
                        <a:srgbClr val="36515B"/>
                      </a:solidFill>
                      <a:prstDash val="solid"/>
                    </a:lnL>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1</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Image-level classification</a:t>
                      </a:r>
                    </a:p>
                  </a:txBody>
                  <a:tcPr marL="91440" marR="91440" marT="45720" marB="45720">
                    <a:lnR w="9525">
                      <a:solidFill>
                        <a:srgbClr val="36515B"/>
                      </a:solidFill>
                      <a:prstDash val="solid"/>
                    </a:lnR>
                    <a:lnB w="9525">
                      <a:solidFill>
                        <a:srgbClr val="36515B"/>
                      </a:solidFill>
                      <a:prstDash val="solid"/>
                    </a:lnB>
                    <a:solidFill>
                      <a:srgbClr val="0C1820"/>
                    </a:solidFill>
                  </a:tcPr>
                </a:tc>
              </a:tr>
              <a:tr h="634365">
                <a:tc>
                  <a:txBody>
                    <a:bodyPr/>
                    <a:lstStyle/>
                    <a:p>
                      <a:r>
                        <a:rPr sz="1725" b="0">
                          <a:solidFill>
                            <a:srgbClr val="F0F5F6"/>
                          </a:solidFill>
                          <a:latin typeface="Arial"/>
                          <a:ea typeface="Arial"/>
                          <a:cs typeface="Arial"/>
                        </a:rPr>
                        <a:t>Stock YOLO initializer</a:t>
                      </a:r>
                    </a:p>
                  </a:txBody>
                  <a:tcPr marL="91440" marR="91440" marT="45720" marB="45720">
                    <a:lnL w="9525">
                      <a:solidFill>
                        <a:srgbClr val="36515B"/>
                      </a:solidFill>
                      <a:prstDash val="solid"/>
                    </a:lnL>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1</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General COCO initialization</a:t>
                      </a:r>
                    </a:p>
                  </a:txBody>
                  <a:tcPr marL="91440" marR="91440" marT="45720" marB="45720">
                    <a:lnR w="9525">
                      <a:solidFill>
                        <a:srgbClr val="36515B"/>
                      </a:solidFill>
                      <a:prstDash val="solid"/>
                    </a:lnR>
                    <a:lnB w="9525">
                      <a:solidFill>
                        <a:srgbClr val="36515B"/>
                      </a:solidFill>
                      <a:prstDash val="solid"/>
                    </a:lnB>
                    <a:solidFill>
                      <a:srgbClr val="0C1820"/>
                    </a:solidFill>
                  </a:tcPr>
                </a:tc>
              </a:tr>
              <a:tr h="634365">
                <a:tc>
                  <a:txBody>
                    <a:bodyPr/>
                    <a:lstStyle/>
                    <a:p>
                      <a:r>
                        <a:rPr sz="1725" b="0">
                          <a:solidFill>
                            <a:srgbClr val="F0F5F6"/>
                          </a:solidFill>
                          <a:latin typeface="Arial"/>
                          <a:ea typeface="Arial"/>
                          <a:cs typeface="Arial"/>
                        </a:rPr>
                        <a:t>DINOv2 embedding model</a:t>
                      </a:r>
                    </a:p>
                  </a:txBody>
                  <a:tcPr marL="91440" marR="91440" marT="45720" marB="45720">
                    <a:lnL w="9525">
                      <a:solidFill>
                        <a:srgbClr val="36515B"/>
                      </a:solidFill>
                      <a:prstDash val="solid"/>
                    </a:lnL>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1</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Optional visual similarity</a:t>
                      </a:r>
                    </a:p>
                  </a:txBody>
                  <a:tcPr marL="91440" marR="91440" marT="45720" marB="45720">
                    <a:lnR w="9525">
                      <a:solidFill>
                        <a:srgbClr val="36515B"/>
                      </a:solidFill>
                      <a:prstDash val="solid"/>
                    </a:lnR>
                    <a:lnB w="9525">
                      <a:solidFill>
                        <a:srgbClr val="36515B"/>
                      </a:solidFill>
                      <a:prstDash val="solid"/>
                    </a:lnB>
                    <a:solidFill>
                      <a:srgbClr val="0C1820"/>
                    </a:solidFill>
                  </a:tcPr>
                </a:tc>
              </a:tr>
            </a:tbl>
          </a:graphicData>
        </a:graphic>
      </p:graphicFrame>
      <p:sp>
        <p:nvSpPr>
          <p:cNvPr id="6" name="Training records differ by checkpoint. “19 models”">
            <a:extLst xmlns:a="http://schemas.openxmlformats.org/drawingml/2006/main">
              <a:ext uri="{FF2B5EF4-FFF2-40B4-BE49-F238E27FC236}">
                <a16:creationId xmlns:a16="http://schemas.microsoft.com/office/drawing/2014/main" id="{6E0E5FA7-691E-4D71-AD35-033C478083B5}"/>
              </a:ext>
            </a:extLst>
          </p:cNvPr>
          <p:cNvSpPr>
            <a:spLocks xmlns:a="http://schemas.openxmlformats.org/drawingml/2006/main" noGrp="1"/>
          </p:cNvSpPr>
          <p:nvPr/>
        </p:nvSpPr>
        <p:spPr>
          <a:xfrm xmlns:a="http://schemas.openxmlformats.org/drawingml/2006/main">
            <a:off x="552450" y="5514975"/>
            <a:ext cx="110013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0">
                <a:solidFill>
                  <a:srgbClr val="A5BDC6"/>
                </a:solidFill>
                <a:latin typeface="Arial"/>
                <a:ea typeface="Arial"/>
                <a:cs typeface="Arial"/>
              </a:defRPr>
            </a:defPPr>
            <a:lvl1pPr>
              <a:defRPr sz="1875" b="0">
                <a:solidFill>
                  <a:srgbClr val="A5BDC6"/>
                </a:solidFill>
                <a:latin typeface="Arial"/>
                <a:ea typeface="Arial"/>
                <a:cs typeface="Arial"/>
              </a:defRPr>
            </a:lvl1pPr>
            <a:lvl2pPr>
              <a:defRPr sz="1875" b="0">
                <a:solidFill>
                  <a:srgbClr val="A5BDC6"/>
                </a:solidFill>
                <a:latin typeface="Arial"/>
                <a:ea typeface="Arial"/>
                <a:cs typeface="Arial"/>
              </a:defRPr>
            </a:lvl2pPr>
            <a:lvl3pPr>
              <a:defRPr sz="1875" b="0">
                <a:solidFill>
                  <a:srgbClr val="A5BDC6"/>
                </a:solidFill>
                <a:latin typeface="Arial"/>
                <a:ea typeface="Arial"/>
                <a:cs typeface="Arial"/>
              </a:defRPr>
            </a:lvl3pPr>
            <a:lvl4pPr>
              <a:defRPr sz="1875" b="0">
                <a:solidFill>
                  <a:srgbClr val="A5BDC6"/>
                </a:solidFill>
                <a:latin typeface="Arial"/>
                <a:ea typeface="Arial"/>
                <a:cs typeface="Arial"/>
              </a:defRPr>
            </a:lvl4pPr>
            <a:lvl5pPr>
              <a:defRPr sz="1875" b="0">
                <a:solidFill>
                  <a:srgbClr val="A5BDC6"/>
                </a:solidFill>
                <a:latin typeface="Arial"/>
                <a:ea typeface="Arial"/>
                <a:cs typeface="Arial"/>
              </a:defRPr>
            </a:lvl5pPr>
            <a:lvl6pPr>
              <a:defRPr sz="1875" b="0">
                <a:solidFill>
                  <a:srgbClr val="A5BDC6"/>
                </a:solidFill>
                <a:latin typeface="Arial"/>
                <a:ea typeface="Arial"/>
                <a:cs typeface="Arial"/>
              </a:defRPr>
            </a:lvl6pPr>
            <a:lvl7pPr>
              <a:defRPr sz="1875" b="0">
                <a:solidFill>
                  <a:srgbClr val="A5BDC6"/>
                </a:solidFill>
                <a:latin typeface="Arial"/>
                <a:ea typeface="Arial"/>
                <a:cs typeface="Arial"/>
              </a:defRPr>
            </a:lvl7pPr>
            <a:lvl8pPr>
              <a:defRPr sz="1875" b="0">
                <a:solidFill>
                  <a:srgbClr val="A5BDC6"/>
                </a:solidFill>
                <a:latin typeface="Arial"/>
                <a:ea typeface="Arial"/>
                <a:cs typeface="Arial"/>
              </a:defRPr>
            </a:lvl8pPr>
            <a:lvl9pPr>
              <a:defRPr sz="1875" b="0">
                <a:solidFill>
                  <a:srgbClr val="A5BDC6"/>
                </a:solidFill>
                <a:latin typeface="Arial"/>
                <a:ea typeface="Arial"/>
                <a:cs typeface="Arial"/>
              </a:defRPr>
            </a:lvl9pPr>
          </a:lstStyle>
          <a:p xmlns:a="http://schemas.openxmlformats.org/drawingml/2006/main">
            <a:pPr>
              <a:defRPr sz="1875" b="0">
                <a:solidFill>
                  <a:srgbClr val="A5BDC6"/>
                </a:solidFill>
                <a:latin typeface="Arial"/>
                <a:ea typeface="Arial"/>
                <a:cs typeface="Arial"/>
              </a:defRPr>
            </a:pPr>
            <a:r>
              <a:rPr sz="1875" b="0">
                <a:solidFill>
                  <a:srgbClr val="A5BDC6"/>
                </a:solidFill>
                <a:latin typeface="Arial"/>
                <a:ea typeface="Arial"/>
                <a:cs typeface="Arial"/>
              </a:rPr>
              <a:t>Training records differ by checkpoint. “19 models” does not mean 19 equivalent detectors.</a:t>
            </a:r>
          </a:p>
        </p:txBody>
      </p:sp>
    </p:spTree>
    <p:extLst>
      <p:ext uri="{BB962C8B-B14F-4D97-AF65-F5344CB8AC3E}">
        <p14:creationId xmlns:p14="http://schemas.microsoft.com/office/powerpoint/2010/main" val="1795691096"/>
      </p:ext>
    </p:extLst>
  </p:cSld>
</p:sld>
</file>

<file path=ppt/slides/slide9.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sp>
        <p:nvSpPr>
          <p:cNvPr id="13" name="APPENDIX B / IMPLEMENTATION EVIDENCE">
            <a:extLst xmlns:a="http://schemas.openxmlformats.org/drawingml/2006/main">
              <a:ext uri="{FF2B5EF4-FFF2-40B4-BE49-F238E27FC236}">
                <a16:creationId xmlns:a16="http://schemas.microsoft.com/office/drawing/2014/main" id="{09DE3CF6-58EE-433B-9F13-378D2210C5E1}"/>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APPENDIX B / IMPLEMENTATION EVIDENCE</a:t>
            </a:r>
          </a:p>
        </p:txBody>
      </p:sp>
      <p:sp>
        <p:nvSpPr>
          <p:cNvPr id="2" name="Two safeguards in the actual code">
            <a:extLst xmlns:a="http://schemas.openxmlformats.org/drawingml/2006/main">
              <a:ext uri="{FF2B5EF4-FFF2-40B4-BE49-F238E27FC236}">
                <a16:creationId xmlns:a16="http://schemas.microsoft.com/office/drawing/2014/main" id="{5EDF698D-305E-4D5F-BE39-A895DBEFC2DE}"/>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Two safeguards in the actual code</a:t>
            </a:r>
          </a:p>
        </p:txBody>
      </p:sp>
      <p:sp>
        <p:nvSpPr>
          <p:cNvPr id="3" name="RoadScan / AIEP capstone">
            <a:extLst xmlns:a="http://schemas.openxmlformats.org/drawingml/2006/main">
              <a:ext uri="{FF2B5EF4-FFF2-40B4-BE49-F238E27FC236}">
                <a16:creationId xmlns:a16="http://schemas.microsoft.com/office/drawing/2014/main" id="{06F8431B-C027-4EB5-A582-D75671DD7D5F}"/>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09">
            <a:extLst xmlns:a="http://schemas.openxmlformats.org/drawingml/2006/main">
              <a:ext uri="{FF2B5EF4-FFF2-40B4-BE49-F238E27FC236}">
                <a16:creationId xmlns:a16="http://schemas.microsoft.com/office/drawing/2014/main" id="{284B3CE9-F62B-4796-81F8-A16E68410127}"/>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09</a:t>
            </a:r>
          </a:p>
        </p:txBody>
      </p:sp>
      <p:sp>
        <p:nvSpPr>
          <p:cNvPr id="5" name="Temporary recognition">
            <a:extLst xmlns:a="http://schemas.openxmlformats.org/drawingml/2006/main">
              <a:ext uri="{FF2B5EF4-FFF2-40B4-BE49-F238E27FC236}">
                <a16:creationId xmlns:a16="http://schemas.microsoft.com/office/drawing/2014/main" id="{E22573FF-6584-479E-89EF-C07C63B839B8}"/>
              </a:ext>
            </a:extLst>
          </p:cNvPr>
          <p:cNvSpPr>
            <a:spLocks xmlns:a="http://schemas.openxmlformats.org/drawingml/2006/main" noGrp="1"/>
          </p:cNvSpPr>
          <p:nvPr/>
        </p:nvSpPr>
        <p:spPr>
          <a:xfrm xmlns:a="http://schemas.openxmlformats.org/drawingml/2006/main">
            <a:off x="552450" y="1933575"/>
            <a:ext cx="552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DCFA6B"/>
                </a:solidFill>
                <a:latin typeface="Arial"/>
                <a:ea typeface="Arial"/>
                <a:cs typeface="Arial"/>
              </a:defRPr>
            </a:defPPr>
            <a:lvl1pPr>
              <a:defRPr sz="2175" b="1">
                <a:solidFill>
                  <a:srgbClr val="DCFA6B"/>
                </a:solidFill>
                <a:latin typeface="Arial"/>
                <a:ea typeface="Arial"/>
                <a:cs typeface="Arial"/>
              </a:defRPr>
            </a:lvl1pPr>
            <a:lvl2pPr>
              <a:defRPr sz="2175" b="1">
                <a:solidFill>
                  <a:srgbClr val="DCFA6B"/>
                </a:solidFill>
                <a:latin typeface="Arial"/>
                <a:ea typeface="Arial"/>
                <a:cs typeface="Arial"/>
              </a:defRPr>
            </a:lvl2pPr>
            <a:lvl3pPr>
              <a:defRPr sz="2175" b="1">
                <a:solidFill>
                  <a:srgbClr val="DCFA6B"/>
                </a:solidFill>
                <a:latin typeface="Arial"/>
                <a:ea typeface="Arial"/>
                <a:cs typeface="Arial"/>
              </a:defRPr>
            </a:lvl3pPr>
            <a:lvl4pPr>
              <a:defRPr sz="2175" b="1">
                <a:solidFill>
                  <a:srgbClr val="DCFA6B"/>
                </a:solidFill>
                <a:latin typeface="Arial"/>
                <a:ea typeface="Arial"/>
                <a:cs typeface="Arial"/>
              </a:defRPr>
            </a:lvl4pPr>
            <a:lvl5pPr>
              <a:defRPr sz="2175" b="1">
                <a:solidFill>
                  <a:srgbClr val="DCFA6B"/>
                </a:solidFill>
                <a:latin typeface="Arial"/>
                <a:ea typeface="Arial"/>
                <a:cs typeface="Arial"/>
              </a:defRPr>
            </a:lvl5pPr>
            <a:lvl6pPr>
              <a:defRPr sz="2175" b="1">
                <a:solidFill>
                  <a:srgbClr val="DCFA6B"/>
                </a:solidFill>
                <a:latin typeface="Arial"/>
                <a:ea typeface="Arial"/>
                <a:cs typeface="Arial"/>
              </a:defRPr>
            </a:lvl6pPr>
            <a:lvl7pPr>
              <a:defRPr sz="2175" b="1">
                <a:solidFill>
                  <a:srgbClr val="DCFA6B"/>
                </a:solidFill>
                <a:latin typeface="Arial"/>
                <a:ea typeface="Arial"/>
                <a:cs typeface="Arial"/>
              </a:defRPr>
            </a:lvl7pPr>
            <a:lvl8pPr>
              <a:defRPr sz="2175" b="1">
                <a:solidFill>
                  <a:srgbClr val="DCFA6B"/>
                </a:solidFill>
                <a:latin typeface="Arial"/>
                <a:ea typeface="Arial"/>
                <a:cs typeface="Arial"/>
              </a:defRPr>
            </a:lvl8pPr>
            <a:lvl9pPr>
              <a:defRPr sz="2175" b="1">
                <a:solidFill>
                  <a:srgbClr val="DCFA6B"/>
                </a:solidFill>
                <a:latin typeface="Arial"/>
                <a:ea typeface="Arial"/>
                <a:cs typeface="Arial"/>
              </a:defRPr>
            </a:lvl9pPr>
          </a:lstStyle>
          <a:p xmlns:a="http://schemas.openxmlformats.org/drawingml/2006/main">
            <a:pPr>
              <a:defRPr sz="2175" b="1">
                <a:solidFill>
                  <a:srgbClr val="DCFA6B"/>
                </a:solidFill>
                <a:latin typeface="Arial"/>
                <a:ea typeface="Arial"/>
                <a:cs typeface="Arial"/>
              </a:defRPr>
            </a:pPr>
            <a:r>
              <a:rPr sz="2175" b="1">
                <a:solidFill>
                  <a:srgbClr val="DCFA6B"/>
                </a:solidFill>
                <a:latin typeface="Arial"/>
                <a:ea typeface="Arial"/>
                <a:cs typeface="Arial"/>
              </a:rPr>
              <a:t>Temporary recognition</a:t>
            </a:r>
          </a:p>
        </p:txBody>
      </p:sp>
      <p:sp>
        <p:nvSpPr>
          <p:cNvPr id="6" name="roadscan/api.py:139–148">
            <a:extLst xmlns:a="http://schemas.openxmlformats.org/drawingml/2006/main">
              <a:ext uri="{FF2B5EF4-FFF2-40B4-BE49-F238E27FC236}">
                <a16:creationId xmlns:a16="http://schemas.microsoft.com/office/drawing/2014/main" id="{E2B2D81C-5138-438F-B6B1-860785E69B0D}"/>
              </a:ext>
            </a:extLst>
          </p:cNvPr>
          <p:cNvSpPr>
            <a:spLocks xmlns:a="http://schemas.openxmlformats.org/drawingml/2006/main" noGrp="1"/>
          </p:cNvSpPr>
          <p:nvPr/>
        </p:nvSpPr>
        <p:spPr>
          <a:xfrm xmlns:a="http://schemas.openxmlformats.org/drawingml/2006/main">
            <a:off x="552450" y="237172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77D6DD"/>
                </a:solidFill>
                <a:latin typeface="Arial"/>
                <a:ea typeface="Arial"/>
                <a:cs typeface="Arial"/>
              </a:defRPr>
            </a:defPPr>
            <a:lvl1pPr>
              <a:defRPr sz="1500" b="0">
                <a:solidFill>
                  <a:srgbClr val="77D6DD"/>
                </a:solidFill>
                <a:latin typeface="Arial"/>
                <a:ea typeface="Arial"/>
                <a:cs typeface="Arial"/>
              </a:defRPr>
            </a:lvl1pPr>
            <a:lvl2pPr>
              <a:defRPr sz="1500" b="0">
                <a:solidFill>
                  <a:srgbClr val="77D6DD"/>
                </a:solidFill>
                <a:latin typeface="Arial"/>
                <a:ea typeface="Arial"/>
                <a:cs typeface="Arial"/>
              </a:defRPr>
            </a:lvl2pPr>
            <a:lvl3pPr>
              <a:defRPr sz="1500" b="0">
                <a:solidFill>
                  <a:srgbClr val="77D6DD"/>
                </a:solidFill>
                <a:latin typeface="Arial"/>
                <a:ea typeface="Arial"/>
                <a:cs typeface="Arial"/>
              </a:defRPr>
            </a:lvl3pPr>
            <a:lvl4pPr>
              <a:defRPr sz="1500" b="0">
                <a:solidFill>
                  <a:srgbClr val="77D6DD"/>
                </a:solidFill>
                <a:latin typeface="Arial"/>
                <a:ea typeface="Arial"/>
                <a:cs typeface="Arial"/>
              </a:defRPr>
            </a:lvl4pPr>
            <a:lvl5pPr>
              <a:defRPr sz="1500" b="0">
                <a:solidFill>
                  <a:srgbClr val="77D6DD"/>
                </a:solidFill>
                <a:latin typeface="Arial"/>
                <a:ea typeface="Arial"/>
                <a:cs typeface="Arial"/>
              </a:defRPr>
            </a:lvl5pPr>
            <a:lvl6pPr>
              <a:defRPr sz="1500" b="0">
                <a:solidFill>
                  <a:srgbClr val="77D6DD"/>
                </a:solidFill>
                <a:latin typeface="Arial"/>
                <a:ea typeface="Arial"/>
                <a:cs typeface="Arial"/>
              </a:defRPr>
            </a:lvl6pPr>
            <a:lvl7pPr>
              <a:defRPr sz="1500" b="0">
                <a:solidFill>
                  <a:srgbClr val="77D6DD"/>
                </a:solidFill>
                <a:latin typeface="Arial"/>
                <a:ea typeface="Arial"/>
                <a:cs typeface="Arial"/>
              </a:defRPr>
            </a:lvl7pPr>
            <a:lvl8pPr>
              <a:defRPr sz="1500" b="0">
                <a:solidFill>
                  <a:srgbClr val="77D6DD"/>
                </a:solidFill>
                <a:latin typeface="Arial"/>
                <a:ea typeface="Arial"/>
                <a:cs typeface="Arial"/>
              </a:defRPr>
            </a:lvl8pPr>
            <a:lvl9pPr>
              <a:defRPr sz="1500" b="0">
                <a:solidFill>
                  <a:srgbClr val="77D6DD"/>
                </a:solidFill>
                <a:latin typeface="Arial"/>
                <a:ea typeface="Arial"/>
                <a:cs typeface="Arial"/>
              </a:defRPr>
            </a:lvl9pPr>
          </a:lstStyle>
          <a:p xmlns:a="http://schemas.openxmlformats.org/drawingml/2006/main">
            <a:pPr>
              <a:defRPr sz="1500" b="0">
                <a:solidFill>
                  <a:srgbClr val="77D6DD"/>
                </a:solidFill>
                <a:latin typeface="Arial"/>
                <a:ea typeface="Arial"/>
                <a:cs typeface="Arial"/>
              </a:defRPr>
            </a:pPr>
            <a:r>
              <a:rPr sz="1500" b="0">
                <a:solidFill>
                  <a:srgbClr val="77D6DD"/>
                </a:solidFill>
                <a:latin typeface="Arial"/>
                <a:ea typeface="Arial"/>
                <a:cs typeface="Arial"/>
              </a:rPr>
              <a:t>roadscan/api.py:139–148</a:t>
            </a:r>
          </a:p>
        </p:txBody>
      </p:sp>
      <p:sp>
        <p:nvSpPr>
          <p:cNvPr id="7" name="raw=await read_bounded(request,2*1024*1024)&#10;image=">
            <a:extLst xmlns:a="http://schemas.openxmlformats.org/drawingml/2006/main">
              <a:ext uri="{FF2B5EF4-FFF2-40B4-BE49-F238E27FC236}">
                <a16:creationId xmlns:a16="http://schemas.microsoft.com/office/drawing/2014/main" id="{5D9D1290-86F0-4A02-BA89-1688DC48985E}"/>
              </a:ext>
            </a:extLst>
          </p:cNvPr>
          <p:cNvSpPr>
            <a:spLocks xmlns:a="http://schemas.openxmlformats.org/drawingml/2006/main" noGrp="1"/>
          </p:cNvSpPr>
          <p:nvPr/>
        </p:nvSpPr>
        <p:spPr>
          <a:xfrm xmlns:a="http://schemas.openxmlformats.org/drawingml/2006/main">
            <a:off x="552450" y="2867025"/>
            <a:ext cx="6477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F0F5F6"/>
                </a:solidFill>
                <a:latin typeface="Arial"/>
                <a:ea typeface="Arial"/>
                <a:cs typeface="Arial"/>
              </a:defRPr>
            </a:defPPr>
            <a:lvl1pPr>
              <a:defRPr sz="1575" b="0">
                <a:solidFill>
                  <a:srgbClr val="F0F5F6"/>
                </a:solidFill>
                <a:latin typeface="Arial"/>
                <a:ea typeface="Arial"/>
                <a:cs typeface="Arial"/>
              </a:defRPr>
            </a:lvl1pPr>
            <a:lvl2pPr>
              <a:defRPr sz="1575" b="0">
                <a:solidFill>
                  <a:srgbClr val="F0F5F6"/>
                </a:solidFill>
                <a:latin typeface="Arial"/>
                <a:ea typeface="Arial"/>
                <a:cs typeface="Arial"/>
              </a:defRPr>
            </a:lvl2pPr>
            <a:lvl3pPr>
              <a:defRPr sz="1575" b="0">
                <a:solidFill>
                  <a:srgbClr val="F0F5F6"/>
                </a:solidFill>
                <a:latin typeface="Arial"/>
                <a:ea typeface="Arial"/>
                <a:cs typeface="Arial"/>
              </a:defRPr>
            </a:lvl3pPr>
            <a:lvl4pPr>
              <a:defRPr sz="1575" b="0">
                <a:solidFill>
                  <a:srgbClr val="F0F5F6"/>
                </a:solidFill>
                <a:latin typeface="Arial"/>
                <a:ea typeface="Arial"/>
                <a:cs typeface="Arial"/>
              </a:defRPr>
            </a:lvl4pPr>
            <a:lvl5pPr>
              <a:defRPr sz="1575" b="0">
                <a:solidFill>
                  <a:srgbClr val="F0F5F6"/>
                </a:solidFill>
                <a:latin typeface="Arial"/>
                <a:ea typeface="Arial"/>
                <a:cs typeface="Arial"/>
              </a:defRPr>
            </a:lvl5pPr>
            <a:lvl6pPr>
              <a:defRPr sz="1575" b="0">
                <a:solidFill>
                  <a:srgbClr val="F0F5F6"/>
                </a:solidFill>
                <a:latin typeface="Arial"/>
                <a:ea typeface="Arial"/>
                <a:cs typeface="Arial"/>
              </a:defRPr>
            </a:lvl6pPr>
            <a:lvl7pPr>
              <a:defRPr sz="1575" b="0">
                <a:solidFill>
                  <a:srgbClr val="F0F5F6"/>
                </a:solidFill>
                <a:latin typeface="Arial"/>
                <a:ea typeface="Arial"/>
                <a:cs typeface="Arial"/>
              </a:defRPr>
            </a:lvl7pPr>
            <a:lvl8pPr>
              <a:defRPr sz="1575" b="0">
                <a:solidFill>
                  <a:srgbClr val="F0F5F6"/>
                </a:solidFill>
                <a:latin typeface="Arial"/>
                <a:ea typeface="Arial"/>
                <a:cs typeface="Arial"/>
              </a:defRPr>
            </a:lvl8pPr>
            <a:lvl9pPr>
              <a:defRPr sz="1575" b="0">
                <a:solidFill>
                  <a:srgbClr val="F0F5F6"/>
                </a:solidFill>
                <a:latin typeface="Arial"/>
                <a:ea typeface="Arial"/>
                <a:cs typeface="Arial"/>
              </a:defRPr>
            </a:lvl9pPr>
          </a:lstStyle>
          <a:p xmlns:a="http://schemas.openxmlformats.org/drawingml/2006/main">
            <a:pPr>
              <a:defRPr sz="1575" b="0">
                <a:solidFill>
                  <a:srgbClr val="F0F5F6"/>
                </a:solidFill>
                <a:latin typeface="Arial"/>
                <a:ea typeface="Arial"/>
                <a:cs typeface="Arial"/>
              </a:defRPr>
            </a:pPr>
            <a:r>
              <a:rPr sz="1575" b="0">
                <a:solidFill>
                  <a:srgbClr val="F0F5F6"/>
                </a:solidFill>
                <a:latin typeface="Arial"/>
                <a:ea typeface="Arial"/>
                <a:cs typeface="Arial"/>
              </a:rPr>
              <a:t>raw=await read_bounded(request,2*1024*1024)</a:t>
            </a:r>
          </a:p>
          <a:p xmlns:a="http://schemas.openxmlformats.org/drawingml/2006/main">
            <a:pPr>
              <a:defRPr sz="1575" b="0">
                <a:solidFill>
                  <a:srgbClr val="F0F5F6"/>
                </a:solidFill>
                <a:latin typeface="Arial"/>
                <a:ea typeface="Arial"/>
                <a:cs typeface="Arial"/>
              </a:defRPr>
            </a:pPr>
            <a:r>
              <a:rPr sz="1575" b="0">
                <a:solidFill>
                  <a:srgbClr val="F0F5F6"/>
                </a:solidFill>
                <a:latin typeface="Arial"/>
                <a:ea typeface="Arial"/>
                <a:cs typeface="Arial"/>
              </a:rPr>
              <a:t>image=decode_image(raw,max_pixels=2_000_000)</a:t>
            </a:r>
          </a:p>
          <a:p xmlns:a="http://schemas.openxmlformats.org/drawingml/2006/main">
            <a:r>
              <a:t/>
            </a:r>
          </a:p>
          <a:p xmlns:a="http://schemas.openxmlformats.org/drawingml/2006/main">
            <a:pPr>
              <a:defRPr sz="1575" b="0">
                <a:solidFill>
                  <a:srgbClr val="F0F5F6"/>
                </a:solidFill>
                <a:latin typeface="Arial"/>
                <a:ea typeface="Arial"/>
                <a:cs typeface="Arial"/>
              </a:defRPr>
            </a:pPr>
            <a:r>
              <a:rPr sz="1575" b="0">
                <a:solidFill>
                  <a:srgbClr val="F0F5F6"/>
                </a:solidFill>
                <a:latin typeface="Arial"/>
                <a:ea typeface="Arial"/>
                <a:cs typeface="Arial"/>
              </a:rPr>
              <a:t># Response excerpt</a:t>
            </a:r>
          </a:p>
          <a:p xmlns:a="http://schemas.openxmlformats.org/drawingml/2006/main">
            <a:pPr>
              <a:defRPr sz="1575" b="0">
                <a:solidFill>
                  <a:srgbClr val="F0F5F6"/>
                </a:solidFill>
                <a:latin typeface="Arial"/>
                <a:ea typeface="Arial"/>
                <a:cs typeface="Arial"/>
              </a:defRPr>
            </a:pPr>
            <a:r>
              <a:rPr sz="1575" b="0">
                <a:solidFill>
                  <a:srgbClr val="F0F5F6"/>
                </a:solidFill>
                <a:latin typeface="Arial"/>
                <a:ea typeface="Arial"/>
                <a:cs typeface="Arial"/>
              </a:rPr>
              <a:t>'persisted':False</a:t>
            </a:r>
          </a:p>
          <a:p xmlns:a="http://schemas.openxmlformats.org/drawingml/2006/main">
            <a:r>
              <a:t/>
            </a:r>
          </a:p>
          <a:p xmlns:a="http://schemas.openxmlformats.org/drawingml/2006/main">
            <a:pPr>
              <a:defRPr sz="1575" b="0">
                <a:solidFill>
                  <a:srgbClr val="F0F5F6"/>
                </a:solidFill>
                <a:latin typeface="Arial"/>
                <a:ea typeface="Arial"/>
                <a:cs typeface="Arial"/>
              </a:defRPr>
            </a:pPr>
            <a:r>
              <a:rPr sz="1575" b="0">
                <a:solidFill>
                  <a:srgbClr val="F0F5F6"/>
                </a:solidFill>
                <a:latin typeface="Arial"/>
                <a:ea typeface="Arial"/>
                <a:cs typeface="Arial"/>
              </a:rPr>
              <a:t>finally:</a:t>
            </a:r>
          </a:p>
          <a:p xmlns:a="http://schemas.openxmlformats.org/drawingml/2006/main">
            <a:pPr>
              <a:defRPr sz="1575" b="0">
                <a:solidFill>
                  <a:srgbClr val="F0F5F6"/>
                </a:solidFill>
                <a:latin typeface="Arial"/>
                <a:ea typeface="Arial"/>
                <a:cs typeface="Arial"/>
              </a:defRPr>
            </a:pPr>
            <a:r>
              <a:rPr sz="1575" b="0">
                <a:solidFill>
                  <a:srgbClr val="F0F5F6"/>
                </a:solidFill>
                <a:latin typeface="Arial"/>
                <a:ea typeface="Arial"/>
                <a:cs typeface="Arial"/>
              </a:rPr>
              <a:t>    image.close()</a:t>
            </a:r>
          </a:p>
        </p:txBody>
      </p:sp>
      <p:sp>
        <p:nvSpPr>
          <p:cNvPr id="8" name="A model vote stays a draft">
            <a:extLst xmlns:a="http://schemas.openxmlformats.org/drawingml/2006/main">
              <a:ext uri="{FF2B5EF4-FFF2-40B4-BE49-F238E27FC236}">
                <a16:creationId xmlns:a16="http://schemas.microsoft.com/office/drawing/2014/main" id="{39CF1B74-E941-4A5C-8425-8401F07B670F}"/>
              </a:ext>
            </a:extLst>
          </p:cNvPr>
          <p:cNvSpPr>
            <a:spLocks xmlns:a="http://schemas.openxmlformats.org/drawingml/2006/main" noGrp="1"/>
          </p:cNvSpPr>
          <p:nvPr/>
        </p:nvSpPr>
        <p:spPr>
          <a:xfrm xmlns:a="http://schemas.openxmlformats.org/drawingml/2006/main">
            <a:off x="7524750" y="1933575"/>
            <a:ext cx="409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DCFA6B"/>
                </a:solidFill>
                <a:latin typeface="Arial"/>
                <a:ea typeface="Arial"/>
                <a:cs typeface="Arial"/>
              </a:defRPr>
            </a:defPPr>
            <a:lvl1pPr>
              <a:defRPr sz="2175" b="1">
                <a:solidFill>
                  <a:srgbClr val="DCFA6B"/>
                </a:solidFill>
                <a:latin typeface="Arial"/>
                <a:ea typeface="Arial"/>
                <a:cs typeface="Arial"/>
              </a:defRPr>
            </a:lvl1pPr>
            <a:lvl2pPr>
              <a:defRPr sz="2175" b="1">
                <a:solidFill>
                  <a:srgbClr val="DCFA6B"/>
                </a:solidFill>
                <a:latin typeface="Arial"/>
                <a:ea typeface="Arial"/>
                <a:cs typeface="Arial"/>
              </a:defRPr>
            </a:lvl2pPr>
            <a:lvl3pPr>
              <a:defRPr sz="2175" b="1">
                <a:solidFill>
                  <a:srgbClr val="DCFA6B"/>
                </a:solidFill>
                <a:latin typeface="Arial"/>
                <a:ea typeface="Arial"/>
                <a:cs typeface="Arial"/>
              </a:defRPr>
            </a:lvl3pPr>
            <a:lvl4pPr>
              <a:defRPr sz="2175" b="1">
                <a:solidFill>
                  <a:srgbClr val="DCFA6B"/>
                </a:solidFill>
                <a:latin typeface="Arial"/>
                <a:ea typeface="Arial"/>
                <a:cs typeface="Arial"/>
              </a:defRPr>
            </a:lvl4pPr>
            <a:lvl5pPr>
              <a:defRPr sz="2175" b="1">
                <a:solidFill>
                  <a:srgbClr val="DCFA6B"/>
                </a:solidFill>
                <a:latin typeface="Arial"/>
                <a:ea typeface="Arial"/>
                <a:cs typeface="Arial"/>
              </a:defRPr>
            </a:lvl5pPr>
            <a:lvl6pPr>
              <a:defRPr sz="2175" b="1">
                <a:solidFill>
                  <a:srgbClr val="DCFA6B"/>
                </a:solidFill>
                <a:latin typeface="Arial"/>
                <a:ea typeface="Arial"/>
                <a:cs typeface="Arial"/>
              </a:defRPr>
            </a:lvl6pPr>
            <a:lvl7pPr>
              <a:defRPr sz="2175" b="1">
                <a:solidFill>
                  <a:srgbClr val="DCFA6B"/>
                </a:solidFill>
                <a:latin typeface="Arial"/>
                <a:ea typeface="Arial"/>
                <a:cs typeface="Arial"/>
              </a:defRPr>
            </a:lvl7pPr>
            <a:lvl8pPr>
              <a:defRPr sz="2175" b="1">
                <a:solidFill>
                  <a:srgbClr val="DCFA6B"/>
                </a:solidFill>
                <a:latin typeface="Arial"/>
                <a:ea typeface="Arial"/>
                <a:cs typeface="Arial"/>
              </a:defRPr>
            </a:lvl8pPr>
            <a:lvl9pPr>
              <a:defRPr sz="2175" b="1">
                <a:solidFill>
                  <a:srgbClr val="DCFA6B"/>
                </a:solidFill>
                <a:latin typeface="Arial"/>
                <a:ea typeface="Arial"/>
                <a:cs typeface="Arial"/>
              </a:defRPr>
            </a:lvl9pPr>
          </a:lstStyle>
          <a:p xmlns:a="http://schemas.openxmlformats.org/drawingml/2006/main">
            <a:pPr>
              <a:defRPr sz="2175" b="1">
                <a:solidFill>
                  <a:srgbClr val="DCFA6B"/>
                </a:solidFill>
                <a:latin typeface="Arial"/>
                <a:ea typeface="Arial"/>
                <a:cs typeface="Arial"/>
              </a:defRPr>
            </a:pPr>
            <a:r>
              <a:rPr sz="2175" b="1">
                <a:solidFill>
                  <a:srgbClr val="DCFA6B"/>
                </a:solidFill>
                <a:latin typeface="Arial"/>
                <a:ea typeface="Arial"/>
                <a:cs typeface="Arial"/>
              </a:rPr>
              <a:t>A model vote stays a draft</a:t>
            </a:r>
          </a:p>
        </p:txBody>
      </p:sp>
      <p:sp>
        <p:nvSpPr>
          <p:cNvPr id="9" name="frontend/src/App.tsx:337">
            <a:extLst xmlns:a="http://schemas.openxmlformats.org/drawingml/2006/main">
              <a:ext uri="{FF2B5EF4-FFF2-40B4-BE49-F238E27FC236}">
                <a16:creationId xmlns:a16="http://schemas.microsoft.com/office/drawing/2014/main" id="{E00EC902-8AF5-44D0-8CF8-AB064DB8E4C5}"/>
              </a:ext>
            </a:extLst>
          </p:cNvPr>
          <p:cNvSpPr>
            <a:spLocks xmlns:a="http://schemas.openxmlformats.org/drawingml/2006/main" noGrp="1"/>
          </p:cNvSpPr>
          <p:nvPr/>
        </p:nvSpPr>
        <p:spPr>
          <a:xfrm xmlns:a="http://schemas.openxmlformats.org/drawingml/2006/main">
            <a:off x="7524750" y="2790825"/>
            <a:ext cx="4095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77D6DD"/>
                </a:solidFill>
                <a:latin typeface="Arial"/>
                <a:ea typeface="Arial"/>
                <a:cs typeface="Arial"/>
              </a:defRPr>
            </a:defPPr>
            <a:lvl1pPr>
              <a:defRPr sz="1500" b="0">
                <a:solidFill>
                  <a:srgbClr val="77D6DD"/>
                </a:solidFill>
                <a:latin typeface="Arial"/>
                <a:ea typeface="Arial"/>
                <a:cs typeface="Arial"/>
              </a:defRPr>
            </a:lvl1pPr>
            <a:lvl2pPr>
              <a:defRPr sz="1500" b="0">
                <a:solidFill>
                  <a:srgbClr val="77D6DD"/>
                </a:solidFill>
                <a:latin typeface="Arial"/>
                <a:ea typeface="Arial"/>
                <a:cs typeface="Arial"/>
              </a:defRPr>
            </a:lvl2pPr>
            <a:lvl3pPr>
              <a:defRPr sz="1500" b="0">
                <a:solidFill>
                  <a:srgbClr val="77D6DD"/>
                </a:solidFill>
                <a:latin typeface="Arial"/>
                <a:ea typeface="Arial"/>
                <a:cs typeface="Arial"/>
              </a:defRPr>
            </a:lvl3pPr>
            <a:lvl4pPr>
              <a:defRPr sz="1500" b="0">
                <a:solidFill>
                  <a:srgbClr val="77D6DD"/>
                </a:solidFill>
                <a:latin typeface="Arial"/>
                <a:ea typeface="Arial"/>
                <a:cs typeface="Arial"/>
              </a:defRPr>
            </a:lvl4pPr>
            <a:lvl5pPr>
              <a:defRPr sz="1500" b="0">
                <a:solidFill>
                  <a:srgbClr val="77D6DD"/>
                </a:solidFill>
                <a:latin typeface="Arial"/>
                <a:ea typeface="Arial"/>
                <a:cs typeface="Arial"/>
              </a:defRPr>
            </a:lvl5pPr>
            <a:lvl6pPr>
              <a:defRPr sz="1500" b="0">
                <a:solidFill>
                  <a:srgbClr val="77D6DD"/>
                </a:solidFill>
                <a:latin typeface="Arial"/>
                <a:ea typeface="Arial"/>
                <a:cs typeface="Arial"/>
              </a:defRPr>
            </a:lvl6pPr>
            <a:lvl7pPr>
              <a:defRPr sz="1500" b="0">
                <a:solidFill>
                  <a:srgbClr val="77D6DD"/>
                </a:solidFill>
                <a:latin typeface="Arial"/>
                <a:ea typeface="Arial"/>
                <a:cs typeface="Arial"/>
              </a:defRPr>
            </a:lvl7pPr>
            <a:lvl8pPr>
              <a:defRPr sz="1500" b="0">
                <a:solidFill>
                  <a:srgbClr val="77D6DD"/>
                </a:solidFill>
                <a:latin typeface="Arial"/>
                <a:ea typeface="Arial"/>
                <a:cs typeface="Arial"/>
              </a:defRPr>
            </a:lvl8pPr>
            <a:lvl9pPr>
              <a:defRPr sz="1500" b="0">
                <a:solidFill>
                  <a:srgbClr val="77D6DD"/>
                </a:solidFill>
                <a:latin typeface="Arial"/>
                <a:ea typeface="Arial"/>
                <a:cs typeface="Arial"/>
              </a:defRPr>
            </a:lvl9pPr>
          </a:lstStyle>
          <a:p xmlns:a="http://schemas.openxmlformats.org/drawingml/2006/main">
            <a:pPr>
              <a:defRPr sz="1500" b="0">
                <a:solidFill>
                  <a:srgbClr val="77D6DD"/>
                </a:solidFill>
                <a:latin typeface="Arial"/>
                <a:ea typeface="Arial"/>
                <a:cs typeface="Arial"/>
              </a:defRPr>
            </a:pPr>
            <a:r>
              <a:rPr sz="1500" b="0">
                <a:solidFill>
                  <a:srgbClr val="77D6DD"/>
                </a:solidFill>
                <a:latin typeface="Arial"/>
                <a:ea typeface="Arial"/>
                <a:cs typeface="Arial"/>
              </a:rPr>
              <a:t>frontend/src/App.tsx:337</a:t>
            </a:r>
          </a:p>
        </p:txBody>
      </p:sp>
      <p:sp>
        <p:nvSpPr>
          <p:cNvPr id="10" name="setBoxes(value);&#10;setEdited(true);">
            <a:extLst xmlns:a="http://schemas.openxmlformats.org/drawingml/2006/main">
              <a:ext uri="{FF2B5EF4-FFF2-40B4-BE49-F238E27FC236}">
                <a16:creationId xmlns:a16="http://schemas.microsoft.com/office/drawing/2014/main" id="{26ED1164-536D-439C-A56E-1178B7729C6E}"/>
              </a:ext>
            </a:extLst>
          </p:cNvPr>
          <p:cNvSpPr>
            <a:spLocks xmlns:a="http://schemas.openxmlformats.org/drawingml/2006/main" noGrp="1"/>
          </p:cNvSpPr>
          <p:nvPr/>
        </p:nvSpPr>
        <p:spPr>
          <a:xfrm xmlns:a="http://schemas.openxmlformats.org/drawingml/2006/main">
            <a:off x="7524750" y="3295650"/>
            <a:ext cx="4095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F0F5F6"/>
                </a:solidFill>
                <a:latin typeface="Arial"/>
                <a:ea typeface="Arial"/>
                <a:cs typeface="Arial"/>
              </a:defRPr>
            </a:defPPr>
            <a:lvl1pPr>
              <a:defRPr sz="2025" b="0">
                <a:solidFill>
                  <a:srgbClr val="F0F5F6"/>
                </a:solidFill>
                <a:latin typeface="Arial"/>
                <a:ea typeface="Arial"/>
                <a:cs typeface="Arial"/>
              </a:defRPr>
            </a:lvl1pPr>
            <a:lvl2pPr>
              <a:defRPr sz="2025" b="0">
                <a:solidFill>
                  <a:srgbClr val="F0F5F6"/>
                </a:solidFill>
                <a:latin typeface="Arial"/>
                <a:ea typeface="Arial"/>
                <a:cs typeface="Arial"/>
              </a:defRPr>
            </a:lvl2pPr>
            <a:lvl3pPr>
              <a:defRPr sz="2025" b="0">
                <a:solidFill>
                  <a:srgbClr val="F0F5F6"/>
                </a:solidFill>
                <a:latin typeface="Arial"/>
                <a:ea typeface="Arial"/>
                <a:cs typeface="Arial"/>
              </a:defRPr>
            </a:lvl3pPr>
            <a:lvl4pPr>
              <a:defRPr sz="2025" b="0">
                <a:solidFill>
                  <a:srgbClr val="F0F5F6"/>
                </a:solidFill>
                <a:latin typeface="Arial"/>
                <a:ea typeface="Arial"/>
                <a:cs typeface="Arial"/>
              </a:defRPr>
            </a:lvl4pPr>
            <a:lvl5pPr>
              <a:defRPr sz="2025" b="0">
                <a:solidFill>
                  <a:srgbClr val="F0F5F6"/>
                </a:solidFill>
                <a:latin typeface="Arial"/>
                <a:ea typeface="Arial"/>
                <a:cs typeface="Arial"/>
              </a:defRPr>
            </a:lvl5pPr>
            <a:lvl6pPr>
              <a:defRPr sz="2025" b="0">
                <a:solidFill>
                  <a:srgbClr val="F0F5F6"/>
                </a:solidFill>
                <a:latin typeface="Arial"/>
                <a:ea typeface="Arial"/>
                <a:cs typeface="Arial"/>
              </a:defRPr>
            </a:lvl6pPr>
            <a:lvl7pPr>
              <a:defRPr sz="2025" b="0">
                <a:solidFill>
                  <a:srgbClr val="F0F5F6"/>
                </a:solidFill>
                <a:latin typeface="Arial"/>
                <a:ea typeface="Arial"/>
                <a:cs typeface="Arial"/>
              </a:defRPr>
            </a:lvl7pPr>
            <a:lvl8pPr>
              <a:defRPr sz="2025" b="0">
                <a:solidFill>
                  <a:srgbClr val="F0F5F6"/>
                </a:solidFill>
                <a:latin typeface="Arial"/>
                <a:ea typeface="Arial"/>
                <a:cs typeface="Arial"/>
              </a:defRPr>
            </a:lvl8pPr>
            <a:lvl9pPr>
              <a:defRPr sz="2025" b="0">
                <a:solidFill>
                  <a:srgbClr val="F0F5F6"/>
                </a:solidFill>
                <a:latin typeface="Arial"/>
                <a:ea typeface="Arial"/>
                <a:cs typeface="Arial"/>
              </a:defRPr>
            </a:lvl9pPr>
          </a:lstStyle>
          <a:p xmlns:a="http://schemas.openxmlformats.org/drawingml/2006/main">
            <a:pPr>
              <a:defRPr sz="2025" b="0">
                <a:solidFill>
                  <a:srgbClr val="F0F5F6"/>
                </a:solidFill>
                <a:latin typeface="Arial"/>
                <a:ea typeface="Arial"/>
                <a:cs typeface="Arial"/>
              </a:defRPr>
            </a:pPr>
            <a:r>
              <a:rPr sz="2025" b="0">
                <a:solidFill>
                  <a:srgbClr val="F0F5F6"/>
                </a:solidFill>
                <a:latin typeface="Arial"/>
                <a:ea typeface="Arial"/>
                <a:cs typeface="Arial"/>
              </a:rPr>
              <a:t>setBoxes(value);</a:t>
            </a:r>
          </a:p>
          <a:p xmlns:a="http://schemas.openxmlformats.org/drawingml/2006/main">
            <a:pPr>
              <a:defRPr sz="2025" b="0">
                <a:solidFill>
                  <a:srgbClr val="F0F5F6"/>
                </a:solidFill>
                <a:latin typeface="Arial"/>
                <a:ea typeface="Arial"/>
                <a:cs typeface="Arial"/>
              </a:defRPr>
            </a:pPr>
            <a:r>
              <a:rPr sz="2025" b="0">
                <a:solidFill>
                  <a:srgbClr val="F0F5F6"/>
                </a:solidFill>
                <a:latin typeface="Arial"/>
                <a:ea typeface="Arial"/>
                <a:cs typeface="Arial"/>
              </a:rPr>
              <a:t>setEdited(true);</a:t>
            </a:r>
          </a:p>
        </p:txBody>
      </p:sp>
      <p:sp>
        <p:nvSpPr>
          <p:cNvPr id="11" name="The interface asks the reviewer&#10;to check every box">
            <a:extLst xmlns:a="http://schemas.openxmlformats.org/drawingml/2006/main">
              <a:ext uri="{FF2B5EF4-FFF2-40B4-BE49-F238E27FC236}">
                <a16:creationId xmlns:a16="http://schemas.microsoft.com/office/drawing/2014/main" id="{DA47836F-1C9D-4BB4-A8DE-A2F1D66C9D9E}"/>
              </a:ext>
            </a:extLst>
          </p:cNvPr>
          <p:cNvSpPr>
            <a:spLocks xmlns:a="http://schemas.openxmlformats.org/drawingml/2006/main" noGrp="1"/>
          </p:cNvSpPr>
          <p:nvPr/>
        </p:nvSpPr>
        <p:spPr>
          <a:xfrm xmlns:a="http://schemas.openxmlformats.org/drawingml/2006/main">
            <a:off x="7524750" y="4429125"/>
            <a:ext cx="4095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A5BDC6"/>
                </a:solidFill>
                <a:latin typeface="Arial"/>
                <a:ea typeface="Arial"/>
                <a:cs typeface="Arial"/>
              </a:defRPr>
            </a:defPPr>
            <a:lvl1pPr>
              <a:defRPr sz="1800" b="0">
                <a:solidFill>
                  <a:srgbClr val="A5BDC6"/>
                </a:solidFill>
                <a:latin typeface="Arial"/>
                <a:ea typeface="Arial"/>
                <a:cs typeface="Arial"/>
              </a:defRPr>
            </a:lvl1pPr>
            <a:lvl2pPr>
              <a:defRPr sz="1800" b="0">
                <a:solidFill>
                  <a:srgbClr val="A5BDC6"/>
                </a:solidFill>
                <a:latin typeface="Arial"/>
                <a:ea typeface="Arial"/>
                <a:cs typeface="Arial"/>
              </a:defRPr>
            </a:lvl2pPr>
            <a:lvl3pPr>
              <a:defRPr sz="1800" b="0">
                <a:solidFill>
                  <a:srgbClr val="A5BDC6"/>
                </a:solidFill>
                <a:latin typeface="Arial"/>
                <a:ea typeface="Arial"/>
                <a:cs typeface="Arial"/>
              </a:defRPr>
            </a:lvl3pPr>
            <a:lvl4pPr>
              <a:defRPr sz="1800" b="0">
                <a:solidFill>
                  <a:srgbClr val="A5BDC6"/>
                </a:solidFill>
                <a:latin typeface="Arial"/>
                <a:ea typeface="Arial"/>
                <a:cs typeface="Arial"/>
              </a:defRPr>
            </a:lvl4pPr>
            <a:lvl5pPr>
              <a:defRPr sz="1800" b="0">
                <a:solidFill>
                  <a:srgbClr val="A5BDC6"/>
                </a:solidFill>
                <a:latin typeface="Arial"/>
                <a:ea typeface="Arial"/>
                <a:cs typeface="Arial"/>
              </a:defRPr>
            </a:lvl5pPr>
            <a:lvl6pPr>
              <a:defRPr sz="1800" b="0">
                <a:solidFill>
                  <a:srgbClr val="A5BDC6"/>
                </a:solidFill>
                <a:latin typeface="Arial"/>
                <a:ea typeface="Arial"/>
                <a:cs typeface="Arial"/>
              </a:defRPr>
            </a:lvl6pPr>
            <a:lvl7pPr>
              <a:defRPr sz="1800" b="0">
                <a:solidFill>
                  <a:srgbClr val="A5BDC6"/>
                </a:solidFill>
                <a:latin typeface="Arial"/>
                <a:ea typeface="Arial"/>
                <a:cs typeface="Arial"/>
              </a:defRPr>
            </a:lvl7pPr>
            <a:lvl8pPr>
              <a:defRPr sz="1800" b="0">
                <a:solidFill>
                  <a:srgbClr val="A5BDC6"/>
                </a:solidFill>
                <a:latin typeface="Arial"/>
                <a:ea typeface="Arial"/>
                <a:cs typeface="Arial"/>
              </a:defRPr>
            </a:lvl8pPr>
            <a:lvl9pPr>
              <a:defRPr sz="1800" b="0">
                <a:solidFill>
                  <a:srgbClr val="A5BDC6"/>
                </a:solidFill>
                <a:latin typeface="Arial"/>
                <a:ea typeface="Arial"/>
                <a:cs typeface="Arial"/>
              </a:defRPr>
            </a:lvl9pPr>
          </a:lstStyle>
          <a:p xmlns:a="http://schemas.openxmlformats.org/drawingml/2006/main">
            <a:pPr>
              <a:defRPr sz="1800" b="0">
                <a:solidFill>
                  <a:srgbClr val="A5BDC6"/>
                </a:solidFill>
                <a:latin typeface="Arial"/>
                <a:ea typeface="Arial"/>
                <a:cs typeface="Arial"/>
              </a:defRPr>
            </a:pPr>
            <a:r>
              <a:rPr sz="1800" b="0">
                <a:solidFill>
                  <a:srgbClr val="A5BDC6"/>
                </a:solidFill>
                <a:latin typeface="Arial"/>
                <a:ea typeface="Arial"/>
                <a:cs typeface="Arial"/>
              </a:rPr>
              <a:t>The interface asks the reviewer</a:t>
            </a:r>
          </a:p>
          <a:p xmlns:a="http://schemas.openxmlformats.org/drawingml/2006/main">
            <a:pPr>
              <a:defRPr sz="1800" b="0">
                <a:solidFill>
                  <a:srgbClr val="A5BDC6"/>
                </a:solidFill>
                <a:latin typeface="Arial"/>
                <a:ea typeface="Arial"/>
                <a:cs typeface="Arial"/>
              </a:defRPr>
            </a:pPr>
            <a:r>
              <a:rPr sz="1800" b="0">
                <a:solidFill>
                  <a:srgbClr val="A5BDC6"/>
                </a:solidFill>
                <a:latin typeface="Arial"/>
                <a:ea typeface="Arial"/>
                <a:cs typeface="Arial"/>
              </a:rPr>
              <a:t>to check every box and save.</a:t>
            </a:r>
          </a:p>
        </p:txBody>
      </p:sp>
      <p:sp>
        <p:nvSpPr>
          <p:cNvPr id="12" name="Abbreviated source excerpts. Validation and review">
            <a:extLst xmlns:a="http://schemas.openxmlformats.org/drawingml/2006/main">
              <a:ext uri="{FF2B5EF4-FFF2-40B4-BE49-F238E27FC236}">
                <a16:creationId xmlns:a16="http://schemas.microsoft.com/office/drawing/2014/main" id="{BAD0A5DF-C090-4A5E-8494-8D9F399143BA}"/>
              </a:ext>
            </a:extLst>
          </p:cNvPr>
          <p:cNvSpPr>
            <a:spLocks xmlns:a="http://schemas.openxmlformats.org/drawingml/2006/main" noGrp="1"/>
          </p:cNvSpPr>
          <p:nvPr/>
        </p:nvSpPr>
        <p:spPr>
          <a:xfrm xmlns:a="http://schemas.openxmlformats.org/drawingml/2006/main">
            <a:off x="552450" y="5857875"/>
            <a:ext cx="1104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A5BDC6"/>
                </a:solidFill>
                <a:latin typeface="Arial"/>
                <a:ea typeface="Arial"/>
                <a:cs typeface="Arial"/>
              </a:defRPr>
            </a:defPPr>
            <a:lvl1pPr>
              <a:defRPr sz="1575" b="0">
                <a:solidFill>
                  <a:srgbClr val="A5BDC6"/>
                </a:solidFill>
                <a:latin typeface="Arial"/>
                <a:ea typeface="Arial"/>
                <a:cs typeface="Arial"/>
              </a:defRPr>
            </a:lvl1pPr>
            <a:lvl2pPr>
              <a:defRPr sz="1575" b="0">
                <a:solidFill>
                  <a:srgbClr val="A5BDC6"/>
                </a:solidFill>
                <a:latin typeface="Arial"/>
                <a:ea typeface="Arial"/>
                <a:cs typeface="Arial"/>
              </a:defRPr>
            </a:lvl2pPr>
            <a:lvl3pPr>
              <a:defRPr sz="1575" b="0">
                <a:solidFill>
                  <a:srgbClr val="A5BDC6"/>
                </a:solidFill>
                <a:latin typeface="Arial"/>
                <a:ea typeface="Arial"/>
                <a:cs typeface="Arial"/>
              </a:defRPr>
            </a:lvl3pPr>
            <a:lvl4pPr>
              <a:defRPr sz="1575" b="0">
                <a:solidFill>
                  <a:srgbClr val="A5BDC6"/>
                </a:solidFill>
                <a:latin typeface="Arial"/>
                <a:ea typeface="Arial"/>
                <a:cs typeface="Arial"/>
              </a:defRPr>
            </a:lvl4pPr>
            <a:lvl5pPr>
              <a:defRPr sz="1575" b="0">
                <a:solidFill>
                  <a:srgbClr val="A5BDC6"/>
                </a:solidFill>
                <a:latin typeface="Arial"/>
                <a:ea typeface="Arial"/>
                <a:cs typeface="Arial"/>
              </a:defRPr>
            </a:lvl5pPr>
            <a:lvl6pPr>
              <a:defRPr sz="1575" b="0">
                <a:solidFill>
                  <a:srgbClr val="A5BDC6"/>
                </a:solidFill>
                <a:latin typeface="Arial"/>
                <a:ea typeface="Arial"/>
                <a:cs typeface="Arial"/>
              </a:defRPr>
            </a:lvl6pPr>
            <a:lvl7pPr>
              <a:defRPr sz="1575" b="0">
                <a:solidFill>
                  <a:srgbClr val="A5BDC6"/>
                </a:solidFill>
                <a:latin typeface="Arial"/>
                <a:ea typeface="Arial"/>
                <a:cs typeface="Arial"/>
              </a:defRPr>
            </a:lvl7pPr>
            <a:lvl8pPr>
              <a:defRPr sz="1575" b="0">
                <a:solidFill>
                  <a:srgbClr val="A5BDC6"/>
                </a:solidFill>
                <a:latin typeface="Arial"/>
                <a:ea typeface="Arial"/>
                <a:cs typeface="Arial"/>
              </a:defRPr>
            </a:lvl8pPr>
            <a:lvl9pPr>
              <a:defRPr sz="1575" b="0">
                <a:solidFill>
                  <a:srgbClr val="A5BDC6"/>
                </a:solidFill>
                <a:latin typeface="Arial"/>
                <a:ea typeface="Arial"/>
                <a:cs typeface="Arial"/>
              </a:defRPr>
            </a:lvl9pPr>
          </a:lstStyle>
          <a:p xmlns:a="http://schemas.openxmlformats.org/drawingml/2006/main">
            <a:pPr>
              <a:defRPr sz="1575" b="0">
                <a:solidFill>
                  <a:srgbClr val="A5BDC6"/>
                </a:solidFill>
                <a:latin typeface="Arial"/>
                <a:ea typeface="Arial"/>
                <a:cs typeface="Arial"/>
              </a:defRPr>
            </a:pPr>
            <a:r>
              <a:rPr sz="1575" b="0">
                <a:solidFill>
                  <a:srgbClr val="A5BDC6"/>
                </a:solidFill>
                <a:latin typeface="Arial"/>
                <a:ea typeface="Arial"/>
                <a:cs typeface="Arial"/>
              </a:rPr>
              <a:t>Abbreviated source excerpts. Validation and review history remain in their shared modules.</a:t>
            </a:r>
          </a:p>
        </p:txBody>
      </p:sp>
    </p:spTree>
    <p:extLst>
      <p:ext uri="{BB962C8B-B14F-4D97-AF65-F5344CB8AC3E}">
        <p14:creationId xmlns:p14="http://schemas.microsoft.com/office/powerpoint/2010/main" val="1899383776"/>
      </p:ext>
    </p:extLst>
  </p:cSld>
</p:sld>
</file>

<file path=ppt/slides/slide10.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sp>
        <p:nvSpPr>
          <p:cNvPr id="18" name="APPENDIX C / DEPLOYMENT">
            <a:extLst xmlns:a="http://schemas.openxmlformats.org/drawingml/2006/main">
              <a:ext uri="{FF2B5EF4-FFF2-40B4-BE49-F238E27FC236}">
                <a16:creationId xmlns:a16="http://schemas.microsoft.com/office/drawing/2014/main" id="{1D6E6282-8727-4211-8F6E-E27D4ED5EE36}"/>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APPENDIX C / DEPLOYMENT</a:t>
            </a:r>
          </a:p>
        </p:txBody>
      </p:sp>
      <p:sp>
        <p:nvSpPr>
          <p:cNvPr id="2" name="Running RoadScan on another laptop">
            <a:extLst xmlns:a="http://schemas.openxmlformats.org/drawingml/2006/main">
              <a:ext uri="{FF2B5EF4-FFF2-40B4-BE49-F238E27FC236}">
                <a16:creationId xmlns:a16="http://schemas.microsoft.com/office/drawing/2014/main" id="{47B109AF-0962-45CA-87F0-9C50BF121968}"/>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Running RoadScan on another laptop</a:t>
            </a:r>
          </a:p>
        </p:txBody>
      </p:sp>
      <p:sp>
        <p:nvSpPr>
          <p:cNvPr id="3" name="RoadScan / AIEP capstone">
            <a:extLst xmlns:a="http://schemas.openxmlformats.org/drawingml/2006/main">
              <a:ext uri="{FF2B5EF4-FFF2-40B4-BE49-F238E27FC236}">
                <a16:creationId xmlns:a16="http://schemas.microsoft.com/office/drawing/2014/main" id="{296CF3D7-86A4-4FAA-9E0A-1DC9FF7BEB3C}"/>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10">
            <a:extLst xmlns:a="http://schemas.openxmlformats.org/drawingml/2006/main">
              <a:ext uri="{FF2B5EF4-FFF2-40B4-BE49-F238E27FC236}">
                <a16:creationId xmlns:a16="http://schemas.microsoft.com/office/drawing/2014/main" id="{5B2B3E95-F6EF-4ED9-ACA5-0BAFF02F1778}"/>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10</a:t>
            </a:r>
          </a:p>
        </p:txBody>
      </p:sp>
      <p:sp>
        <p:nvSpPr>
          <p:cNvPr id="5" name="1">
            <a:extLst xmlns:a="http://schemas.openxmlformats.org/drawingml/2006/main">
              <a:ext uri="{FF2B5EF4-FFF2-40B4-BE49-F238E27FC236}">
                <a16:creationId xmlns:a16="http://schemas.microsoft.com/office/drawing/2014/main" id="{4B82E750-3FA2-4ED3-B5EC-37AB632D88DE}"/>
              </a:ext>
            </a:extLst>
          </p:cNvPr>
          <p:cNvSpPr>
            <a:spLocks xmlns:a="http://schemas.openxmlformats.org/drawingml/2006/main" noGrp="1"/>
          </p:cNvSpPr>
          <p:nvPr/>
        </p:nvSpPr>
        <p:spPr>
          <a:xfrm xmlns:a="http://schemas.openxmlformats.org/drawingml/2006/main">
            <a:off x="552450" y="1943100"/>
            <a:ext cx="6096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DCFA6B"/>
                </a:solidFill>
                <a:latin typeface="Arial"/>
                <a:ea typeface="Arial"/>
                <a:cs typeface="Arial"/>
              </a:defRPr>
            </a:defPPr>
            <a:lvl1pPr>
              <a:defRPr sz="3375" b="1">
                <a:solidFill>
                  <a:srgbClr val="DCFA6B"/>
                </a:solidFill>
                <a:latin typeface="Arial"/>
                <a:ea typeface="Arial"/>
                <a:cs typeface="Arial"/>
              </a:defRPr>
            </a:lvl1pPr>
            <a:lvl2pPr>
              <a:defRPr sz="3375" b="1">
                <a:solidFill>
                  <a:srgbClr val="DCFA6B"/>
                </a:solidFill>
                <a:latin typeface="Arial"/>
                <a:ea typeface="Arial"/>
                <a:cs typeface="Arial"/>
              </a:defRPr>
            </a:lvl2pPr>
            <a:lvl3pPr>
              <a:defRPr sz="3375" b="1">
                <a:solidFill>
                  <a:srgbClr val="DCFA6B"/>
                </a:solidFill>
                <a:latin typeface="Arial"/>
                <a:ea typeface="Arial"/>
                <a:cs typeface="Arial"/>
              </a:defRPr>
            </a:lvl3pPr>
            <a:lvl4pPr>
              <a:defRPr sz="3375" b="1">
                <a:solidFill>
                  <a:srgbClr val="DCFA6B"/>
                </a:solidFill>
                <a:latin typeface="Arial"/>
                <a:ea typeface="Arial"/>
                <a:cs typeface="Arial"/>
              </a:defRPr>
            </a:lvl4pPr>
            <a:lvl5pPr>
              <a:defRPr sz="3375" b="1">
                <a:solidFill>
                  <a:srgbClr val="DCFA6B"/>
                </a:solidFill>
                <a:latin typeface="Arial"/>
                <a:ea typeface="Arial"/>
                <a:cs typeface="Arial"/>
              </a:defRPr>
            </a:lvl5pPr>
            <a:lvl6pPr>
              <a:defRPr sz="3375" b="1">
                <a:solidFill>
                  <a:srgbClr val="DCFA6B"/>
                </a:solidFill>
                <a:latin typeface="Arial"/>
                <a:ea typeface="Arial"/>
                <a:cs typeface="Arial"/>
              </a:defRPr>
            </a:lvl6pPr>
            <a:lvl7pPr>
              <a:defRPr sz="3375" b="1">
                <a:solidFill>
                  <a:srgbClr val="DCFA6B"/>
                </a:solidFill>
                <a:latin typeface="Arial"/>
                <a:ea typeface="Arial"/>
                <a:cs typeface="Arial"/>
              </a:defRPr>
            </a:lvl7pPr>
            <a:lvl8pPr>
              <a:defRPr sz="3375" b="1">
                <a:solidFill>
                  <a:srgbClr val="DCFA6B"/>
                </a:solidFill>
                <a:latin typeface="Arial"/>
                <a:ea typeface="Arial"/>
                <a:cs typeface="Arial"/>
              </a:defRPr>
            </a:lvl8pPr>
            <a:lvl9pPr>
              <a:defRPr sz="3375" b="1">
                <a:solidFill>
                  <a:srgbClr val="DCFA6B"/>
                </a:solidFill>
                <a:latin typeface="Arial"/>
                <a:ea typeface="Arial"/>
                <a:cs typeface="Arial"/>
              </a:defRPr>
            </a:lvl9pPr>
          </a:lstStyle>
          <a:p xmlns:a="http://schemas.openxmlformats.org/drawingml/2006/main">
            <a:pPr>
              <a:defRPr sz="3375" b="1">
                <a:solidFill>
                  <a:srgbClr val="DCFA6B"/>
                </a:solidFill>
                <a:latin typeface="Arial"/>
                <a:ea typeface="Arial"/>
                <a:cs typeface="Arial"/>
              </a:defRPr>
            </a:pPr>
            <a:r>
              <a:rPr sz="3375" b="1">
                <a:solidFill>
                  <a:srgbClr val="DCFA6B"/>
                </a:solidFill>
                <a:latin typeface="Arial"/>
                <a:ea typeface="Arial"/>
                <a:cs typeface="Arial"/>
              </a:rPr>
              <a:t>1</a:t>
            </a:r>
          </a:p>
        </p:txBody>
      </p:sp>
      <p:sp>
        <p:nvSpPr>
          <p:cNvPr id="6" name="Docker Desktop">
            <a:extLst xmlns:a="http://schemas.openxmlformats.org/drawingml/2006/main">
              <a:ext uri="{FF2B5EF4-FFF2-40B4-BE49-F238E27FC236}">
                <a16:creationId xmlns:a16="http://schemas.microsoft.com/office/drawing/2014/main" id="{985343CA-5B27-4BE6-A274-0486C336896B}"/>
              </a:ext>
            </a:extLst>
          </p:cNvPr>
          <p:cNvSpPr>
            <a:spLocks xmlns:a="http://schemas.openxmlformats.org/drawingml/2006/main" noGrp="1"/>
          </p:cNvSpPr>
          <p:nvPr/>
        </p:nvSpPr>
        <p:spPr>
          <a:xfrm xmlns:a="http://schemas.openxmlformats.org/drawingml/2006/main">
            <a:off x="1438275" y="1943100"/>
            <a:ext cx="1009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F0F5F6"/>
                </a:solidFill>
                <a:latin typeface="Arial"/>
                <a:ea typeface="Arial"/>
                <a:cs typeface="Arial"/>
              </a:defRPr>
            </a:defPPr>
            <a:lvl1pPr>
              <a:defRPr sz="2100" b="1">
                <a:solidFill>
                  <a:srgbClr val="F0F5F6"/>
                </a:solidFill>
                <a:latin typeface="Arial"/>
                <a:ea typeface="Arial"/>
                <a:cs typeface="Arial"/>
              </a:defRPr>
            </a:lvl1pPr>
            <a:lvl2pPr>
              <a:defRPr sz="2100" b="1">
                <a:solidFill>
                  <a:srgbClr val="F0F5F6"/>
                </a:solidFill>
                <a:latin typeface="Arial"/>
                <a:ea typeface="Arial"/>
                <a:cs typeface="Arial"/>
              </a:defRPr>
            </a:lvl2pPr>
            <a:lvl3pPr>
              <a:defRPr sz="2100" b="1">
                <a:solidFill>
                  <a:srgbClr val="F0F5F6"/>
                </a:solidFill>
                <a:latin typeface="Arial"/>
                <a:ea typeface="Arial"/>
                <a:cs typeface="Arial"/>
              </a:defRPr>
            </a:lvl3pPr>
            <a:lvl4pPr>
              <a:defRPr sz="2100" b="1">
                <a:solidFill>
                  <a:srgbClr val="F0F5F6"/>
                </a:solidFill>
                <a:latin typeface="Arial"/>
                <a:ea typeface="Arial"/>
                <a:cs typeface="Arial"/>
              </a:defRPr>
            </a:lvl4pPr>
            <a:lvl5pPr>
              <a:defRPr sz="2100" b="1">
                <a:solidFill>
                  <a:srgbClr val="F0F5F6"/>
                </a:solidFill>
                <a:latin typeface="Arial"/>
                <a:ea typeface="Arial"/>
                <a:cs typeface="Arial"/>
              </a:defRPr>
            </a:lvl5pPr>
            <a:lvl6pPr>
              <a:defRPr sz="2100" b="1">
                <a:solidFill>
                  <a:srgbClr val="F0F5F6"/>
                </a:solidFill>
                <a:latin typeface="Arial"/>
                <a:ea typeface="Arial"/>
                <a:cs typeface="Arial"/>
              </a:defRPr>
            </a:lvl6pPr>
            <a:lvl7pPr>
              <a:defRPr sz="2100" b="1">
                <a:solidFill>
                  <a:srgbClr val="F0F5F6"/>
                </a:solidFill>
                <a:latin typeface="Arial"/>
                <a:ea typeface="Arial"/>
                <a:cs typeface="Arial"/>
              </a:defRPr>
            </a:lvl7pPr>
            <a:lvl8pPr>
              <a:defRPr sz="2100" b="1">
                <a:solidFill>
                  <a:srgbClr val="F0F5F6"/>
                </a:solidFill>
                <a:latin typeface="Arial"/>
                <a:ea typeface="Arial"/>
                <a:cs typeface="Arial"/>
              </a:defRPr>
            </a:lvl8pPr>
            <a:lvl9pPr>
              <a:defRPr sz="2100" b="1">
                <a:solidFill>
                  <a:srgbClr val="F0F5F6"/>
                </a:solidFill>
                <a:latin typeface="Arial"/>
                <a:ea typeface="Arial"/>
                <a:cs typeface="Arial"/>
              </a:defRPr>
            </a:lvl9pPr>
          </a:lstStyle>
          <a:p xmlns:a="http://schemas.openxmlformats.org/drawingml/2006/main">
            <a:pPr>
              <a:defRPr sz="2100" b="1">
                <a:solidFill>
                  <a:srgbClr val="F0F5F6"/>
                </a:solidFill>
                <a:latin typeface="Arial"/>
                <a:ea typeface="Arial"/>
                <a:cs typeface="Arial"/>
              </a:defRPr>
            </a:pPr>
            <a:r>
              <a:rPr sz="2100" b="1">
                <a:solidFill>
                  <a:srgbClr val="F0F5F6"/>
                </a:solidFill>
                <a:latin typeface="Arial"/>
                <a:ea typeface="Arial"/>
                <a:cs typeface="Arial"/>
              </a:rPr>
              <a:t>Docker Desktop</a:t>
            </a:r>
          </a:p>
        </p:txBody>
      </p:sp>
      <p:sp>
        <p:nvSpPr>
          <p:cNvPr id="7" name="Use Linux containers and the repository setup guid">
            <a:extLst xmlns:a="http://schemas.openxmlformats.org/drawingml/2006/main">
              <a:ext uri="{FF2B5EF4-FFF2-40B4-BE49-F238E27FC236}">
                <a16:creationId xmlns:a16="http://schemas.microsoft.com/office/drawing/2014/main" id="{EE6FE8C6-C766-46A7-829B-083EF6AE2E08}"/>
              </a:ext>
            </a:extLst>
          </p:cNvPr>
          <p:cNvSpPr>
            <a:spLocks xmlns:a="http://schemas.openxmlformats.org/drawingml/2006/main" noGrp="1"/>
          </p:cNvSpPr>
          <p:nvPr/>
        </p:nvSpPr>
        <p:spPr>
          <a:xfrm xmlns:a="http://schemas.openxmlformats.org/drawingml/2006/main">
            <a:off x="1438275" y="2362200"/>
            <a:ext cx="1009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A5BDC6"/>
                </a:solidFill>
                <a:latin typeface="Arial"/>
                <a:ea typeface="Arial"/>
                <a:cs typeface="Arial"/>
              </a:defRPr>
            </a:defPPr>
            <a:lvl1pPr>
              <a:defRPr sz="1725" b="0">
                <a:solidFill>
                  <a:srgbClr val="A5BDC6"/>
                </a:solidFill>
                <a:latin typeface="Arial"/>
                <a:ea typeface="Arial"/>
                <a:cs typeface="Arial"/>
              </a:defRPr>
            </a:lvl1pPr>
            <a:lvl2pPr>
              <a:defRPr sz="1725" b="0">
                <a:solidFill>
                  <a:srgbClr val="A5BDC6"/>
                </a:solidFill>
                <a:latin typeface="Arial"/>
                <a:ea typeface="Arial"/>
                <a:cs typeface="Arial"/>
              </a:defRPr>
            </a:lvl2pPr>
            <a:lvl3pPr>
              <a:defRPr sz="1725" b="0">
                <a:solidFill>
                  <a:srgbClr val="A5BDC6"/>
                </a:solidFill>
                <a:latin typeface="Arial"/>
                <a:ea typeface="Arial"/>
                <a:cs typeface="Arial"/>
              </a:defRPr>
            </a:lvl3pPr>
            <a:lvl4pPr>
              <a:defRPr sz="1725" b="0">
                <a:solidFill>
                  <a:srgbClr val="A5BDC6"/>
                </a:solidFill>
                <a:latin typeface="Arial"/>
                <a:ea typeface="Arial"/>
                <a:cs typeface="Arial"/>
              </a:defRPr>
            </a:lvl4pPr>
            <a:lvl5pPr>
              <a:defRPr sz="1725" b="0">
                <a:solidFill>
                  <a:srgbClr val="A5BDC6"/>
                </a:solidFill>
                <a:latin typeface="Arial"/>
                <a:ea typeface="Arial"/>
                <a:cs typeface="Arial"/>
              </a:defRPr>
            </a:lvl5pPr>
            <a:lvl6pPr>
              <a:defRPr sz="1725" b="0">
                <a:solidFill>
                  <a:srgbClr val="A5BDC6"/>
                </a:solidFill>
                <a:latin typeface="Arial"/>
                <a:ea typeface="Arial"/>
                <a:cs typeface="Arial"/>
              </a:defRPr>
            </a:lvl6pPr>
            <a:lvl7pPr>
              <a:defRPr sz="1725" b="0">
                <a:solidFill>
                  <a:srgbClr val="A5BDC6"/>
                </a:solidFill>
                <a:latin typeface="Arial"/>
                <a:ea typeface="Arial"/>
                <a:cs typeface="Arial"/>
              </a:defRPr>
            </a:lvl7pPr>
            <a:lvl8pPr>
              <a:defRPr sz="1725" b="0">
                <a:solidFill>
                  <a:srgbClr val="A5BDC6"/>
                </a:solidFill>
                <a:latin typeface="Arial"/>
                <a:ea typeface="Arial"/>
                <a:cs typeface="Arial"/>
              </a:defRPr>
            </a:lvl8pPr>
            <a:lvl9pPr>
              <a:defRPr sz="1725" b="0">
                <a:solidFill>
                  <a:srgbClr val="A5BDC6"/>
                </a:solidFill>
                <a:latin typeface="Arial"/>
                <a:ea typeface="Arial"/>
                <a:cs typeface="Arial"/>
              </a:defRPr>
            </a:lvl9pPr>
          </a:lstStyle>
          <a:p xmlns:a="http://schemas.openxmlformats.org/drawingml/2006/main">
            <a:pPr>
              <a:defRPr sz="1725" b="0">
                <a:solidFill>
                  <a:srgbClr val="A5BDC6"/>
                </a:solidFill>
                <a:latin typeface="Arial"/>
                <a:ea typeface="Arial"/>
                <a:cs typeface="Arial"/>
              </a:defRPr>
            </a:pPr>
            <a:r>
              <a:rPr sz="1725" b="0">
                <a:solidFill>
                  <a:srgbClr val="A5BDC6"/>
                </a:solidFill>
                <a:latin typeface="Arial"/>
                <a:ea typeface="Arial"/>
                <a:cs typeface="Arial"/>
              </a:rPr>
              <a:t>Use Linux containers and the repository setup guide.</a:t>
            </a:r>
          </a:p>
        </p:txBody>
      </p:sp>
      <p:sp>
        <p:nvSpPr>
          <p:cNvPr id="8" name="2">
            <a:extLst xmlns:a="http://schemas.openxmlformats.org/drawingml/2006/main">
              <a:ext uri="{FF2B5EF4-FFF2-40B4-BE49-F238E27FC236}">
                <a16:creationId xmlns:a16="http://schemas.microsoft.com/office/drawing/2014/main" id="{D8B7669F-0D09-4905-9298-10B7143E9392}"/>
              </a:ext>
            </a:extLst>
          </p:cNvPr>
          <p:cNvSpPr>
            <a:spLocks xmlns:a="http://schemas.openxmlformats.org/drawingml/2006/main" noGrp="1"/>
          </p:cNvSpPr>
          <p:nvPr/>
        </p:nvSpPr>
        <p:spPr>
          <a:xfrm xmlns:a="http://schemas.openxmlformats.org/drawingml/2006/main">
            <a:off x="552450" y="2876550"/>
            <a:ext cx="6096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DCFA6B"/>
                </a:solidFill>
                <a:latin typeface="Arial"/>
                <a:ea typeface="Arial"/>
                <a:cs typeface="Arial"/>
              </a:defRPr>
            </a:defPPr>
            <a:lvl1pPr>
              <a:defRPr sz="3375" b="1">
                <a:solidFill>
                  <a:srgbClr val="DCFA6B"/>
                </a:solidFill>
                <a:latin typeface="Arial"/>
                <a:ea typeface="Arial"/>
                <a:cs typeface="Arial"/>
              </a:defRPr>
            </a:lvl1pPr>
            <a:lvl2pPr>
              <a:defRPr sz="3375" b="1">
                <a:solidFill>
                  <a:srgbClr val="DCFA6B"/>
                </a:solidFill>
                <a:latin typeface="Arial"/>
                <a:ea typeface="Arial"/>
                <a:cs typeface="Arial"/>
              </a:defRPr>
            </a:lvl2pPr>
            <a:lvl3pPr>
              <a:defRPr sz="3375" b="1">
                <a:solidFill>
                  <a:srgbClr val="DCFA6B"/>
                </a:solidFill>
                <a:latin typeface="Arial"/>
                <a:ea typeface="Arial"/>
                <a:cs typeface="Arial"/>
              </a:defRPr>
            </a:lvl3pPr>
            <a:lvl4pPr>
              <a:defRPr sz="3375" b="1">
                <a:solidFill>
                  <a:srgbClr val="DCFA6B"/>
                </a:solidFill>
                <a:latin typeface="Arial"/>
                <a:ea typeface="Arial"/>
                <a:cs typeface="Arial"/>
              </a:defRPr>
            </a:lvl4pPr>
            <a:lvl5pPr>
              <a:defRPr sz="3375" b="1">
                <a:solidFill>
                  <a:srgbClr val="DCFA6B"/>
                </a:solidFill>
                <a:latin typeface="Arial"/>
                <a:ea typeface="Arial"/>
                <a:cs typeface="Arial"/>
              </a:defRPr>
            </a:lvl5pPr>
            <a:lvl6pPr>
              <a:defRPr sz="3375" b="1">
                <a:solidFill>
                  <a:srgbClr val="DCFA6B"/>
                </a:solidFill>
                <a:latin typeface="Arial"/>
                <a:ea typeface="Arial"/>
                <a:cs typeface="Arial"/>
              </a:defRPr>
            </a:lvl6pPr>
            <a:lvl7pPr>
              <a:defRPr sz="3375" b="1">
                <a:solidFill>
                  <a:srgbClr val="DCFA6B"/>
                </a:solidFill>
                <a:latin typeface="Arial"/>
                <a:ea typeface="Arial"/>
                <a:cs typeface="Arial"/>
              </a:defRPr>
            </a:lvl7pPr>
            <a:lvl8pPr>
              <a:defRPr sz="3375" b="1">
                <a:solidFill>
                  <a:srgbClr val="DCFA6B"/>
                </a:solidFill>
                <a:latin typeface="Arial"/>
                <a:ea typeface="Arial"/>
                <a:cs typeface="Arial"/>
              </a:defRPr>
            </a:lvl8pPr>
            <a:lvl9pPr>
              <a:defRPr sz="3375" b="1">
                <a:solidFill>
                  <a:srgbClr val="DCFA6B"/>
                </a:solidFill>
                <a:latin typeface="Arial"/>
                <a:ea typeface="Arial"/>
                <a:cs typeface="Arial"/>
              </a:defRPr>
            </a:lvl9pPr>
          </a:lstStyle>
          <a:p xmlns:a="http://schemas.openxmlformats.org/drawingml/2006/main">
            <a:pPr>
              <a:defRPr sz="3375" b="1">
                <a:solidFill>
                  <a:srgbClr val="DCFA6B"/>
                </a:solidFill>
                <a:latin typeface="Arial"/>
                <a:ea typeface="Arial"/>
                <a:cs typeface="Arial"/>
              </a:defRPr>
            </a:pPr>
            <a:r>
              <a:rPr sz="3375" b="1">
                <a:solidFill>
                  <a:srgbClr val="DCFA6B"/>
                </a:solidFill>
                <a:latin typeface="Arial"/>
                <a:ea typeface="Arial"/>
                <a:cs typeface="Arial"/>
              </a:rPr>
              <a:t>2</a:t>
            </a:r>
          </a:p>
        </p:txBody>
      </p:sp>
      <p:sp>
        <p:nvSpPr>
          <p:cNvPr id="9" name="Local settings">
            <a:extLst xmlns:a="http://schemas.openxmlformats.org/drawingml/2006/main">
              <a:ext uri="{FF2B5EF4-FFF2-40B4-BE49-F238E27FC236}">
                <a16:creationId xmlns:a16="http://schemas.microsoft.com/office/drawing/2014/main" id="{1F3184BA-1391-4D85-9376-26E77DF07795}"/>
              </a:ext>
            </a:extLst>
          </p:cNvPr>
          <p:cNvSpPr>
            <a:spLocks xmlns:a="http://schemas.openxmlformats.org/drawingml/2006/main" noGrp="1"/>
          </p:cNvSpPr>
          <p:nvPr/>
        </p:nvSpPr>
        <p:spPr>
          <a:xfrm xmlns:a="http://schemas.openxmlformats.org/drawingml/2006/main">
            <a:off x="1438275" y="2876550"/>
            <a:ext cx="1009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F0F5F6"/>
                </a:solidFill>
                <a:latin typeface="Arial"/>
                <a:ea typeface="Arial"/>
                <a:cs typeface="Arial"/>
              </a:defRPr>
            </a:defPPr>
            <a:lvl1pPr>
              <a:defRPr sz="2100" b="1">
                <a:solidFill>
                  <a:srgbClr val="F0F5F6"/>
                </a:solidFill>
                <a:latin typeface="Arial"/>
                <a:ea typeface="Arial"/>
                <a:cs typeface="Arial"/>
              </a:defRPr>
            </a:lvl1pPr>
            <a:lvl2pPr>
              <a:defRPr sz="2100" b="1">
                <a:solidFill>
                  <a:srgbClr val="F0F5F6"/>
                </a:solidFill>
                <a:latin typeface="Arial"/>
                <a:ea typeface="Arial"/>
                <a:cs typeface="Arial"/>
              </a:defRPr>
            </a:lvl2pPr>
            <a:lvl3pPr>
              <a:defRPr sz="2100" b="1">
                <a:solidFill>
                  <a:srgbClr val="F0F5F6"/>
                </a:solidFill>
                <a:latin typeface="Arial"/>
                <a:ea typeface="Arial"/>
                <a:cs typeface="Arial"/>
              </a:defRPr>
            </a:lvl3pPr>
            <a:lvl4pPr>
              <a:defRPr sz="2100" b="1">
                <a:solidFill>
                  <a:srgbClr val="F0F5F6"/>
                </a:solidFill>
                <a:latin typeface="Arial"/>
                <a:ea typeface="Arial"/>
                <a:cs typeface="Arial"/>
              </a:defRPr>
            </a:lvl4pPr>
            <a:lvl5pPr>
              <a:defRPr sz="2100" b="1">
                <a:solidFill>
                  <a:srgbClr val="F0F5F6"/>
                </a:solidFill>
                <a:latin typeface="Arial"/>
                <a:ea typeface="Arial"/>
                <a:cs typeface="Arial"/>
              </a:defRPr>
            </a:lvl5pPr>
            <a:lvl6pPr>
              <a:defRPr sz="2100" b="1">
                <a:solidFill>
                  <a:srgbClr val="F0F5F6"/>
                </a:solidFill>
                <a:latin typeface="Arial"/>
                <a:ea typeface="Arial"/>
                <a:cs typeface="Arial"/>
              </a:defRPr>
            </a:lvl6pPr>
            <a:lvl7pPr>
              <a:defRPr sz="2100" b="1">
                <a:solidFill>
                  <a:srgbClr val="F0F5F6"/>
                </a:solidFill>
                <a:latin typeface="Arial"/>
                <a:ea typeface="Arial"/>
                <a:cs typeface="Arial"/>
              </a:defRPr>
            </a:lvl7pPr>
            <a:lvl8pPr>
              <a:defRPr sz="2100" b="1">
                <a:solidFill>
                  <a:srgbClr val="F0F5F6"/>
                </a:solidFill>
                <a:latin typeface="Arial"/>
                <a:ea typeface="Arial"/>
                <a:cs typeface="Arial"/>
              </a:defRPr>
            </a:lvl8pPr>
            <a:lvl9pPr>
              <a:defRPr sz="2100" b="1">
                <a:solidFill>
                  <a:srgbClr val="F0F5F6"/>
                </a:solidFill>
                <a:latin typeface="Arial"/>
                <a:ea typeface="Arial"/>
                <a:cs typeface="Arial"/>
              </a:defRPr>
            </a:lvl9pPr>
          </a:lstStyle>
          <a:p xmlns:a="http://schemas.openxmlformats.org/drawingml/2006/main">
            <a:pPr>
              <a:defRPr sz="2100" b="1">
                <a:solidFill>
                  <a:srgbClr val="F0F5F6"/>
                </a:solidFill>
                <a:latin typeface="Arial"/>
                <a:ea typeface="Arial"/>
                <a:cs typeface="Arial"/>
              </a:defRPr>
            </a:pPr>
            <a:r>
              <a:rPr sz="2100" b="1">
                <a:solidFill>
                  <a:srgbClr val="F0F5F6"/>
                </a:solidFill>
                <a:latin typeface="Arial"/>
                <a:ea typeface="Arial"/>
                <a:cs typeface="Arial"/>
              </a:rPr>
              <a:t>Local settings</a:t>
            </a:r>
          </a:p>
        </p:txBody>
      </p:sp>
      <p:sp>
        <p:nvSpPr>
          <p:cNvPr id="10" name="Generate the local token and keep the data volume.">
            <a:extLst xmlns:a="http://schemas.openxmlformats.org/drawingml/2006/main">
              <a:ext uri="{FF2B5EF4-FFF2-40B4-BE49-F238E27FC236}">
                <a16:creationId xmlns:a16="http://schemas.microsoft.com/office/drawing/2014/main" id="{B43695A0-20C8-4C00-A9F7-D8AF881187C3}"/>
              </a:ext>
            </a:extLst>
          </p:cNvPr>
          <p:cNvSpPr>
            <a:spLocks xmlns:a="http://schemas.openxmlformats.org/drawingml/2006/main" noGrp="1"/>
          </p:cNvSpPr>
          <p:nvPr/>
        </p:nvSpPr>
        <p:spPr>
          <a:xfrm xmlns:a="http://schemas.openxmlformats.org/drawingml/2006/main">
            <a:off x="1438275" y="3295650"/>
            <a:ext cx="1009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A5BDC6"/>
                </a:solidFill>
                <a:latin typeface="Arial"/>
                <a:ea typeface="Arial"/>
                <a:cs typeface="Arial"/>
              </a:defRPr>
            </a:defPPr>
            <a:lvl1pPr>
              <a:defRPr sz="1725" b="0">
                <a:solidFill>
                  <a:srgbClr val="A5BDC6"/>
                </a:solidFill>
                <a:latin typeface="Arial"/>
                <a:ea typeface="Arial"/>
                <a:cs typeface="Arial"/>
              </a:defRPr>
            </a:lvl1pPr>
            <a:lvl2pPr>
              <a:defRPr sz="1725" b="0">
                <a:solidFill>
                  <a:srgbClr val="A5BDC6"/>
                </a:solidFill>
                <a:latin typeface="Arial"/>
                <a:ea typeface="Arial"/>
                <a:cs typeface="Arial"/>
              </a:defRPr>
            </a:lvl2pPr>
            <a:lvl3pPr>
              <a:defRPr sz="1725" b="0">
                <a:solidFill>
                  <a:srgbClr val="A5BDC6"/>
                </a:solidFill>
                <a:latin typeface="Arial"/>
                <a:ea typeface="Arial"/>
                <a:cs typeface="Arial"/>
              </a:defRPr>
            </a:lvl3pPr>
            <a:lvl4pPr>
              <a:defRPr sz="1725" b="0">
                <a:solidFill>
                  <a:srgbClr val="A5BDC6"/>
                </a:solidFill>
                <a:latin typeface="Arial"/>
                <a:ea typeface="Arial"/>
                <a:cs typeface="Arial"/>
              </a:defRPr>
            </a:lvl4pPr>
            <a:lvl5pPr>
              <a:defRPr sz="1725" b="0">
                <a:solidFill>
                  <a:srgbClr val="A5BDC6"/>
                </a:solidFill>
                <a:latin typeface="Arial"/>
                <a:ea typeface="Arial"/>
                <a:cs typeface="Arial"/>
              </a:defRPr>
            </a:lvl5pPr>
            <a:lvl6pPr>
              <a:defRPr sz="1725" b="0">
                <a:solidFill>
                  <a:srgbClr val="A5BDC6"/>
                </a:solidFill>
                <a:latin typeface="Arial"/>
                <a:ea typeface="Arial"/>
                <a:cs typeface="Arial"/>
              </a:defRPr>
            </a:lvl6pPr>
            <a:lvl7pPr>
              <a:defRPr sz="1725" b="0">
                <a:solidFill>
                  <a:srgbClr val="A5BDC6"/>
                </a:solidFill>
                <a:latin typeface="Arial"/>
                <a:ea typeface="Arial"/>
                <a:cs typeface="Arial"/>
              </a:defRPr>
            </a:lvl7pPr>
            <a:lvl8pPr>
              <a:defRPr sz="1725" b="0">
                <a:solidFill>
                  <a:srgbClr val="A5BDC6"/>
                </a:solidFill>
                <a:latin typeface="Arial"/>
                <a:ea typeface="Arial"/>
                <a:cs typeface="Arial"/>
              </a:defRPr>
            </a:lvl8pPr>
            <a:lvl9pPr>
              <a:defRPr sz="1725" b="0">
                <a:solidFill>
                  <a:srgbClr val="A5BDC6"/>
                </a:solidFill>
                <a:latin typeface="Arial"/>
                <a:ea typeface="Arial"/>
                <a:cs typeface="Arial"/>
              </a:defRPr>
            </a:lvl9pPr>
          </a:lstStyle>
          <a:p xmlns:a="http://schemas.openxmlformats.org/drawingml/2006/main">
            <a:pPr>
              <a:defRPr sz="1725" b="0">
                <a:solidFill>
                  <a:srgbClr val="A5BDC6"/>
                </a:solidFill>
                <a:latin typeface="Arial"/>
                <a:ea typeface="Arial"/>
                <a:cs typeface="Arial"/>
              </a:defRPr>
            </a:pPr>
            <a:r>
              <a:rPr sz="1725" b="0">
                <a:solidFill>
                  <a:srgbClr val="A5BDC6"/>
                </a:solidFill>
                <a:latin typeface="Arial"/>
                <a:ea typeface="Arial"/>
                <a:cs typeface="Arial"/>
              </a:rPr>
              <a:t>Generate the local token and keep the data volume.</a:t>
            </a:r>
          </a:p>
        </p:txBody>
      </p:sp>
      <p:sp>
        <p:nvSpPr>
          <p:cNvPr id="11" name="3">
            <a:extLst xmlns:a="http://schemas.openxmlformats.org/drawingml/2006/main">
              <a:ext uri="{FF2B5EF4-FFF2-40B4-BE49-F238E27FC236}">
                <a16:creationId xmlns:a16="http://schemas.microsoft.com/office/drawing/2014/main" id="{E66D8537-91D1-4DB9-B33E-0BCE60D55409}"/>
              </a:ext>
            </a:extLst>
          </p:cNvPr>
          <p:cNvSpPr>
            <a:spLocks xmlns:a="http://schemas.openxmlformats.org/drawingml/2006/main" noGrp="1"/>
          </p:cNvSpPr>
          <p:nvPr/>
        </p:nvSpPr>
        <p:spPr>
          <a:xfrm xmlns:a="http://schemas.openxmlformats.org/drawingml/2006/main">
            <a:off x="552450" y="3810000"/>
            <a:ext cx="6096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DCFA6B"/>
                </a:solidFill>
                <a:latin typeface="Arial"/>
                <a:ea typeface="Arial"/>
                <a:cs typeface="Arial"/>
              </a:defRPr>
            </a:defPPr>
            <a:lvl1pPr>
              <a:defRPr sz="3375" b="1">
                <a:solidFill>
                  <a:srgbClr val="DCFA6B"/>
                </a:solidFill>
                <a:latin typeface="Arial"/>
                <a:ea typeface="Arial"/>
                <a:cs typeface="Arial"/>
              </a:defRPr>
            </a:lvl1pPr>
            <a:lvl2pPr>
              <a:defRPr sz="3375" b="1">
                <a:solidFill>
                  <a:srgbClr val="DCFA6B"/>
                </a:solidFill>
                <a:latin typeface="Arial"/>
                <a:ea typeface="Arial"/>
                <a:cs typeface="Arial"/>
              </a:defRPr>
            </a:lvl2pPr>
            <a:lvl3pPr>
              <a:defRPr sz="3375" b="1">
                <a:solidFill>
                  <a:srgbClr val="DCFA6B"/>
                </a:solidFill>
                <a:latin typeface="Arial"/>
                <a:ea typeface="Arial"/>
                <a:cs typeface="Arial"/>
              </a:defRPr>
            </a:lvl3pPr>
            <a:lvl4pPr>
              <a:defRPr sz="3375" b="1">
                <a:solidFill>
                  <a:srgbClr val="DCFA6B"/>
                </a:solidFill>
                <a:latin typeface="Arial"/>
                <a:ea typeface="Arial"/>
                <a:cs typeface="Arial"/>
              </a:defRPr>
            </a:lvl4pPr>
            <a:lvl5pPr>
              <a:defRPr sz="3375" b="1">
                <a:solidFill>
                  <a:srgbClr val="DCFA6B"/>
                </a:solidFill>
                <a:latin typeface="Arial"/>
                <a:ea typeface="Arial"/>
                <a:cs typeface="Arial"/>
              </a:defRPr>
            </a:lvl5pPr>
            <a:lvl6pPr>
              <a:defRPr sz="3375" b="1">
                <a:solidFill>
                  <a:srgbClr val="DCFA6B"/>
                </a:solidFill>
                <a:latin typeface="Arial"/>
                <a:ea typeface="Arial"/>
                <a:cs typeface="Arial"/>
              </a:defRPr>
            </a:lvl6pPr>
            <a:lvl7pPr>
              <a:defRPr sz="3375" b="1">
                <a:solidFill>
                  <a:srgbClr val="DCFA6B"/>
                </a:solidFill>
                <a:latin typeface="Arial"/>
                <a:ea typeface="Arial"/>
                <a:cs typeface="Arial"/>
              </a:defRPr>
            </a:lvl7pPr>
            <a:lvl8pPr>
              <a:defRPr sz="3375" b="1">
                <a:solidFill>
                  <a:srgbClr val="DCFA6B"/>
                </a:solidFill>
                <a:latin typeface="Arial"/>
                <a:ea typeface="Arial"/>
                <a:cs typeface="Arial"/>
              </a:defRPr>
            </a:lvl8pPr>
            <a:lvl9pPr>
              <a:defRPr sz="3375" b="1">
                <a:solidFill>
                  <a:srgbClr val="DCFA6B"/>
                </a:solidFill>
                <a:latin typeface="Arial"/>
                <a:ea typeface="Arial"/>
                <a:cs typeface="Arial"/>
              </a:defRPr>
            </a:lvl9pPr>
          </a:lstStyle>
          <a:p xmlns:a="http://schemas.openxmlformats.org/drawingml/2006/main">
            <a:pPr>
              <a:defRPr sz="3375" b="1">
                <a:solidFill>
                  <a:srgbClr val="DCFA6B"/>
                </a:solidFill>
                <a:latin typeface="Arial"/>
                <a:ea typeface="Arial"/>
                <a:cs typeface="Arial"/>
              </a:defRPr>
            </a:pPr>
            <a:r>
              <a:rPr sz="3375" b="1">
                <a:solidFill>
                  <a:srgbClr val="DCFA6B"/>
                </a:solidFill>
                <a:latin typeface="Arial"/>
                <a:ea typeface="Arial"/>
                <a:cs typeface="Arial"/>
              </a:rPr>
              <a:t>3</a:t>
            </a:r>
          </a:p>
        </p:txBody>
      </p:sp>
      <p:sp>
        <p:nvSpPr>
          <p:cNvPr id="12" name="Trusted checkpoint">
            <a:extLst xmlns:a="http://schemas.openxmlformats.org/drawingml/2006/main">
              <a:ext uri="{FF2B5EF4-FFF2-40B4-BE49-F238E27FC236}">
                <a16:creationId xmlns:a16="http://schemas.microsoft.com/office/drawing/2014/main" id="{35FA2EA4-A900-4EBB-A150-B1F0007F25B6}"/>
              </a:ext>
            </a:extLst>
          </p:cNvPr>
          <p:cNvSpPr>
            <a:spLocks xmlns:a="http://schemas.openxmlformats.org/drawingml/2006/main" noGrp="1"/>
          </p:cNvSpPr>
          <p:nvPr/>
        </p:nvSpPr>
        <p:spPr>
          <a:xfrm xmlns:a="http://schemas.openxmlformats.org/drawingml/2006/main">
            <a:off x="1438275" y="3810000"/>
            <a:ext cx="1009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F0F5F6"/>
                </a:solidFill>
                <a:latin typeface="Arial"/>
                <a:ea typeface="Arial"/>
                <a:cs typeface="Arial"/>
              </a:defRPr>
            </a:defPPr>
            <a:lvl1pPr>
              <a:defRPr sz="2100" b="1">
                <a:solidFill>
                  <a:srgbClr val="F0F5F6"/>
                </a:solidFill>
                <a:latin typeface="Arial"/>
                <a:ea typeface="Arial"/>
                <a:cs typeface="Arial"/>
              </a:defRPr>
            </a:lvl1pPr>
            <a:lvl2pPr>
              <a:defRPr sz="2100" b="1">
                <a:solidFill>
                  <a:srgbClr val="F0F5F6"/>
                </a:solidFill>
                <a:latin typeface="Arial"/>
                <a:ea typeface="Arial"/>
                <a:cs typeface="Arial"/>
              </a:defRPr>
            </a:lvl2pPr>
            <a:lvl3pPr>
              <a:defRPr sz="2100" b="1">
                <a:solidFill>
                  <a:srgbClr val="F0F5F6"/>
                </a:solidFill>
                <a:latin typeface="Arial"/>
                <a:ea typeface="Arial"/>
                <a:cs typeface="Arial"/>
              </a:defRPr>
            </a:lvl3pPr>
            <a:lvl4pPr>
              <a:defRPr sz="2100" b="1">
                <a:solidFill>
                  <a:srgbClr val="F0F5F6"/>
                </a:solidFill>
                <a:latin typeface="Arial"/>
                <a:ea typeface="Arial"/>
                <a:cs typeface="Arial"/>
              </a:defRPr>
            </a:lvl4pPr>
            <a:lvl5pPr>
              <a:defRPr sz="2100" b="1">
                <a:solidFill>
                  <a:srgbClr val="F0F5F6"/>
                </a:solidFill>
                <a:latin typeface="Arial"/>
                <a:ea typeface="Arial"/>
                <a:cs typeface="Arial"/>
              </a:defRPr>
            </a:lvl5pPr>
            <a:lvl6pPr>
              <a:defRPr sz="2100" b="1">
                <a:solidFill>
                  <a:srgbClr val="F0F5F6"/>
                </a:solidFill>
                <a:latin typeface="Arial"/>
                <a:ea typeface="Arial"/>
                <a:cs typeface="Arial"/>
              </a:defRPr>
            </a:lvl6pPr>
            <a:lvl7pPr>
              <a:defRPr sz="2100" b="1">
                <a:solidFill>
                  <a:srgbClr val="F0F5F6"/>
                </a:solidFill>
                <a:latin typeface="Arial"/>
                <a:ea typeface="Arial"/>
                <a:cs typeface="Arial"/>
              </a:defRPr>
            </a:lvl7pPr>
            <a:lvl8pPr>
              <a:defRPr sz="2100" b="1">
                <a:solidFill>
                  <a:srgbClr val="F0F5F6"/>
                </a:solidFill>
                <a:latin typeface="Arial"/>
                <a:ea typeface="Arial"/>
                <a:cs typeface="Arial"/>
              </a:defRPr>
            </a:lvl8pPr>
            <a:lvl9pPr>
              <a:defRPr sz="2100" b="1">
                <a:solidFill>
                  <a:srgbClr val="F0F5F6"/>
                </a:solidFill>
                <a:latin typeface="Arial"/>
                <a:ea typeface="Arial"/>
                <a:cs typeface="Arial"/>
              </a:defRPr>
            </a:lvl9pPr>
          </a:lstStyle>
          <a:p xmlns:a="http://schemas.openxmlformats.org/drawingml/2006/main">
            <a:pPr>
              <a:defRPr sz="2100" b="1">
                <a:solidFill>
                  <a:srgbClr val="F0F5F6"/>
                </a:solidFill>
                <a:latin typeface="Arial"/>
                <a:ea typeface="Arial"/>
                <a:cs typeface="Arial"/>
              </a:defRPr>
            </a:pPr>
            <a:r>
              <a:rPr sz="2100" b="1">
                <a:solidFill>
                  <a:srgbClr val="F0F5F6"/>
                </a:solidFill>
                <a:latin typeface="Arial"/>
                <a:ea typeface="Arial"/>
                <a:cs typeface="Arial"/>
              </a:rPr>
              <a:t>Trusted checkpoint</a:t>
            </a:r>
          </a:p>
        </p:txBody>
      </p:sp>
      <p:sp>
        <p:nvSpPr>
          <p:cNvPr id="13" name="Import a compatible road model and confirm Active.">
            <a:extLst xmlns:a="http://schemas.openxmlformats.org/drawingml/2006/main">
              <a:ext uri="{FF2B5EF4-FFF2-40B4-BE49-F238E27FC236}">
                <a16:creationId xmlns:a16="http://schemas.microsoft.com/office/drawing/2014/main" id="{F0F4F130-6E68-431F-8B8D-45564D6D87FE}"/>
              </a:ext>
            </a:extLst>
          </p:cNvPr>
          <p:cNvSpPr>
            <a:spLocks xmlns:a="http://schemas.openxmlformats.org/drawingml/2006/main" noGrp="1"/>
          </p:cNvSpPr>
          <p:nvPr/>
        </p:nvSpPr>
        <p:spPr>
          <a:xfrm xmlns:a="http://schemas.openxmlformats.org/drawingml/2006/main">
            <a:off x="1438275" y="4229100"/>
            <a:ext cx="1009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A5BDC6"/>
                </a:solidFill>
                <a:latin typeface="Arial"/>
                <a:ea typeface="Arial"/>
                <a:cs typeface="Arial"/>
              </a:defRPr>
            </a:defPPr>
            <a:lvl1pPr>
              <a:defRPr sz="1725" b="0">
                <a:solidFill>
                  <a:srgbClr val="A5BDC6"/>
                </a:solidFill>
                <a:latin typeface="Arial"/>
                <a:ea typeface="Arial"/>
                <a:cs typeface="Arial"/>
              </a:defRPr>
            </a:lvl1pPr>
            <a:lvl2pPr>
              <a:defRPr sz="1725" b="0">
                <a:solidFill>
                  <a:srgbClr val="A5BDC6"/>
                </a:solidFill>
                <a:latin typeface="Arial"/>
                <a:ea typeface="Arial"/>
                <a:cs typeface="Arial"/>
              </a:defRPr>
            </a:lvl2pPr>
            <a:lvl3pPr>
              <a:defRPr sz="1725" b="0">
                <a:solidFill>
                  <a:srgbClr val="A5BDC6"/>
                </a:solidFill>
                <a:latin typeface="Arial"/>
                <a:ea typeface="Arial"/>
                <a:cs typeface="Arial"/>
              </a:defRPr>
            </a:lvl3pPr>
            <a:lvl4pPr>
              <a:defRPr sz="1725" b="0">
                <a:solidFill>
                  <a:srgbClr val="A5BDC6"/>
                </a:solidFill>
                <a:latin typeface="Arial"/>
                <a:ea typeface="Arial"/>
                <a:cs typeface="Arial"/>
              </a:defRPr>
            </a:lvl4pPr>
            <a:lvl5pPr>
              <a:defRPr sz="1725" b="0">
                <a:solidFill>
                  <a:srgbClr val="A5BDC6"/>
                </a:solidFill>
                <a:latin typeface="Arial"/>
                <a:ea typeface="Arial"/>
                <a:cs typeface="Arial"/>
              </a:defRPr>
            </a:lvl5pPr>
            <a:lvl6pPr>
              <a:defRPr sz="1725" b="0">
                <a:solidFill>
                  <a:srgbClr val="A5BDC6"/>
                </a:solidFill>
                <a:latin typeface="Arial"/>
                <a:ea typeface="Arial"/>
                <a:cs typeface="Arial"/>
              </a:defRPr>
            </a:lvl6pPr>
            <a:lvl7pPr>
              <a:defRPr sz="1725" b="0">
                <a:solidFill>
                  <a:srgbClr val="A5BDC6"/>
                </a:solidFill>
                <a:latin typeface="Arial"/>
                <a:ea typeface="Arial"/>
                <a:cs typeface="Arial"/>
              </a:defRPr>
            </a:lvl7pPr>
            <a:lvl8pPr>
              <a:defRPr sz="1725" b="0">
                <a:solidFill>
                  <a:srgbClr val="A5BDC6"/>
                </a:solidFill>
                <a:latin typeface="Arial"/>
                <a:ea typeface="Arial"/>
                <a:cs typeface="Arial"/>
              </a:defRPr>
            </a:lvl8pPr>
            <a:lvl9pPr>
              <a:defRPr sz="1725" b="0">
                <a:solidFill>
                  <a:srgbClr val="A5BDC6"/>
                </a:solidFill>
                <a:latin typeface="Arial"/>
                <a:ea typeface="Arial"/>
                <a:cs typeface="Arial"/>
              </a:defRPr>
            </a:lvl9pPr>
          </a:lstStyle>
          <a:p xmlns:a="http://schemas.openxmlformats.org/drawingml/2006/main">
            <a:pPr>
              <a:defRPr sz="1725" b="0">
                <a:solidFill>
                  <a:srgbClr val="A5BDC6"/>
                </a:solidFill>
                <a:latin typeface="Arial"/>
                <a:ea typeface="Arial"/>
                <a:cs typeface="Arial"/>
              </a:defRPr>
            </a:pPr>
            <a:r>
              <a:rPr sz="1725" b="0">
                <a:solidFill>
                  <a:srgbClr val="A5BDC6"/>
                </a:solidFill>
                <a:latin typeface="Arial"/>
                <a:ea typeface="Arial"/>
                <a:cs typeface="Arial"/>
              </a:rPr>
              <a:t>Import a compatible road model and confirm Active.</a:t>
            </a:r>
          </a:p>
        </p:txBody>
      </p:sp>
      <p:sp>
        <p:nvSpPr>
          <p:cNvPr id="14" name="4">
            <a:extLst xmlns:a="http://schemas.openxmlformats.org/drawingml/2006/main">
              <a:ext uri="{FF2B5EF4-FFF2-40B4-BE49-F238E27FC236}">
                <a16:creationId xmlns:a16="http://schemas.microsoft.com/office/drawing/2014/main" id="{AB50C7F8-4538-4510-8F92-6AAE3803F8A2}"/>
              </a:ext>
            </a:extLst>
          </p:cNvPr>
          <p:cNvSpPr>
            <a:spLocks xmlns:a="http://schemas.openxmlformats.org/drawingml/2006/main" noGrp="1"/>
          </p:cNvSpPr>
          <p:nvPr/>
        </p:nvSpPr>
        <p:spPr>
          <a:xfrm xmlns:a="http://schemas.openxmlformats.org/drawingml/2006/main">
            <a:off x="552450" y="4743450"/>
            <a:ext cx="6096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DCFA6B"/>
                </a:solidFill>
                <a:latin typeface="Arial"/>
                <a:ea typeface="Arial"/>
                <a:cs typeface="Arial"/>
              </a:defRPr>
            </a:defPPr>
            <a:lvl1pPr>
              <a:defRPr sz="3375" b="1">
                <a:solidFill>
                  <a:srgbClr val="DCFA6B"/>
                </a:solidFill>
                <a:latin typeface="Arial"/>
                <a:ea typeface="Arial"/>
                <a:cs typeface="Arial"/>
              </a:defRPr>
            </a:lvl1pPr>
            <a:lvl2pPr>
              <a:defRPr sz="3375" b="1">
                <a:solidFill>
                  <a:srgbClr val="DCFA6B"/>
                </a:solidFill>
                <a:latin typeface="Arial"/>
                <a:ea typeface="Arial"/>
                <a:cs typeface="Arial"/>
              </a:defRPr>
            </a:lvl2pPr>
            <a:lvl3pPr>
              <a:defRPr sz="3375" b="1">
                <a:solidFill>
                  <a:srgbClr val="DCFA6B"/>
                </a:solidFill>
                <a:latin typeface="Arial"/>
                <a:ea typeface="Arial"/>
                <a:cs typeface="Arial"/>
              </a:defRPr>
            </a:lvl3pPr>
            <a:lvl4pPr>
              <a:defRPr sz="3375" b="1">
                <a:solidFill>
                  <a:srgbClr val="DCFA6B"/>
                </a:solidFill>
                <a:latin typeface="Arial"/>
                <a:ea typeface="Arial"/>
                <a:cs typeface="Arial"/>
              </a:defRPr>
            </a:lvl4pPr>
            <a:lvl5pPr>
              <a:defRPr sz="3375" b="1">
                <a:solidFill>
                  <a:srgbClr val="DCFA6B"/>
                </a:solidFill>
                <a:latin typeface="Arial"/>
                <a:ea typeface="Arial"/>
                <a:cs typeface="Arial"/>
              </a:defRPr>
            </a:lvl5pPr>
            <a:lvl6pPr>
              <a:defRPr sz="3375" b="1">
                <a:solidFill>
                  <a:srgbClr val="DCFA6B"/>
                </a:solidFill>
                <a:latin typeface="Arial"/>
                <a:ea typeface="Arial"/>
                <a:cs typeface="Arial"/>
              </a:defRPr>
            </a:lvl6pPr>
            <a:lvl7pPr>
              <a:defRPr sz="3375" b="1">
                <a:solidFill>
                  <a:srgbClr val="DCFA6B"/>
                </a:solidFill>
                <a:latin typeface="Arial"/>
                <a:ea typeface="Arial"/>
                <a:cs typeface="Arial"/>
              </a:defRPr>
            </a:lvl7pPr>
            <a:lvl8pPr>
              <a:defRPr sz="3375" b="1">
                <a:solidFill>
                  <a:srgbClr val="DCFA6B"/>
                </a:solidFill>
                <a:latin typeface="Arial"/>
                <a:ea typeface="Arial"/>
                <a:cs typeface="Arial"/>
              </a:defRPr>
            </a:lvl8pPr>
            <a:lvl9pPr>
              <a:defRPr sz="3375" b="1">
                <a:solidFill>
                  <a:srgbClr val="DCFA6B"/>
                </a:solidFill>
                <a:latin typeface="Arial"/>
                <a:ea typeface="Arial"/>
                <a:cs typeface="Arial"/>
              </a:defRPr>
            </a:lvl9pPr>
          </a:lstStyle>
          <a:p xmlns:a="http://schemas.openxmlformats.org/drawingml/2006/main">
            <a:pPr>
              <a:defRPr sz="3375" b="1">
                <a:solidFill>
                  <a:srgbClr val="DCFA6B"/>
                </a:solidFill>
                <a:latin typeface="Arial"/>
                <a:ea typeface="Arial"/>
                <a:cs typeface="Arial"/>
              </a:defRPr>
            </a:pPr>
            <a:r>
              <a:rPr sz="3375" b="1">
                <a:solidFill>
                  <a:srgbClr val="DCFA6B"/>
                </a:solidFill>
                <a:latin typeface="Arial"/>
                <a:ea typeface="Arial"/>
                <a:cs typeface="Arial"/>
              </a:rPr>
              <a:t>4</a:t>
            </a:r>
          </a:p>
        </p:txBody>
      </p:sp>
      <p:sp>
        <p:nvSpPr>
          <p:cNvPr id="15" name="First report">
            <a:extLst xmlns:a="http://schemas.openxmlformats.org/drawingml/2006/main">
              <a:ext uri="{FF2B5EF4-FFF2-40B4-BE49-F238E27FC236}">
                <a16:creationId xmlns:a16="http://schemas.microsoft.com/office/drawing/2014/main" id="{A26631B1-BB4D-4AA3-933B-AC4E5E55A5DB}"/>
              </a:ext>
            </a:extLst>
          </p:cNvPr>
          <p:cNvSpPr>
            <a:spLocks xmlns:a="http://schemas.openxmlformats.org/drawingml/2006/main" noGrp="1"/>
          </p:cNvSpPr>
          <p:nvPr/>
        </p:nvSpPr>
        <p:spPr>
          <a:xfrm xmlns:a="http://schemas.openxmlformats.org/drawingml/2006/main">
            <a:off x="1438275" y="4743450"/>
            <a:ext cx="1009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F0F5F6"/>
                </a:solidFill>
                <a:latin typeface="Arial"/>
                <a:ea typeface="Arial"/>
                <a:cs typeface="Arial"/>
              </a:defRPr>
            </a:defPPr>
            <a:lvl1pPr>
              <a:defRPr sz="2100" b="1">
                <a:solidFill>
                  <a:srgbClr val="F0F5F6"/>
                </a:solidFill>
                <a:latin typeface="Arial"/>
                <a:ea typeface="Arial"/>
                <a:cs typeface="Arial"/>
              </a:defRPr>
            </a:lvl1pPr>
            <a:lvl2pPr>
              <a:defRPr sz="2100" b="1">
                <a:solidFill>
                  <a:srgbClr val="F0F5F6"/>
                </a:solidFill>
                <a:latin typeface="Arial"/>
                <a:ea typeface="Arial"/>
                <a:cs typeface="Arial"/>
              </a:defRPr>
            </a:lvl2pPr>
            <a:lvl3pPr>
              <a:defRPr sz="2100" b="1">
                <a:solidFill>
                  <a:srgbClr val="F0F5F6"/>
                </a:solidFill>
                <a:latin typeface="Arial"/>
                <a:ea typeface="Arial"/>
                <a:cs typeface="Arial"/>
              </a:defRPr>
            </a:lvl3pPr>
            <a:lvl4pPr>
              <a:defRPr sz="2100" b="1">
                <a:solidFill>
                  <a:srgbClr val="F0F5F6"/>
                </a:solidFill>
                <a:latin typeface="Arial"/>
                <a:ea typeface="Arial"/>
                <a:cs typeface="Arial"/>
              </a:defRPr>
            </a:lvl4pPr>
            <a:lvl5pPr>
              <a:defRPr sz="2100" b="1">
                <a:solidFill>
                  <a:srgbClr val="F0F5F6"/>
                </a:solidFill>
                <a:latin typeface="Arial"/>
                <a:ea typeface="Arial"/>
                <a:cs typeface="Arial"/>
              </a:defRPr>
            </a:lvl5pPr>
            <a:lvl6pPr>
              <a:defRPr sz="2100" b="1">
                <a:solidFill>
                  <a:srgbClr val="F0F5F6"/>
                </a:solidFill>
                <a:latin typeface="Arial"/>
                <a:ea typeface="Arial"/>
                <a:cs typeface="Arial"/>
              </a:defRPr>
            </a:lvl6pPr>
            <a:lvl7pPr>
              <a:defRPr sz="2100" b="1">
                <a:solidFill>
                  <a:srgbClr val="F0F5F6"/>
                </a:solidFill>
                <a:latin typeface="Arial"/>
                <a:ea typeface="Arial"/>
                <a:cs typeface="Arial"/>
              </a:defRPr>
            </a:lvl7pPr>
            <a:lvl8pPr>
              <a:defRPr sz="2100" b="1">
                <a:solidFill>
                  <a:srgbClr val="F0F5F6"/>
                </a:solidFill>
                <a:latin typeface="Arial"/>
                <a:ea typeface="Arial"/>
                <a:cs typeface="Arial"/>
              </a:defRPr>
            </a:lvl8pPr>
            <a:lvl9pPr>
              <a:defRPr sz="2100" b="1">
                <a:solidFill>
                  <a:srgbClr val="F0F5F6"/>
                </a:solidFill>
                <a:latin typeface="Arial"/>
                <a:ea typeface="Arial"/>
                <a:cs typeface="Arial"/>
              </a:defRPr>
            </a:lvl9pPr>
          </a:lstStyle>
          <a:p xmlns:a="http://schemas.openxmlformats.org/drawingml/2006/main">
            <a:pPr>
              <a:defRPr sz="2100" b="1">
                <a:solidFill>
                  <a:srgbClr val="F0F5F6"/>
                </a:solidFill>
                <a:latin typeface="Arial"/>
                <a:ea typeface="Arial"/>
                <a:cs typeface="Arial"/>
              </a:defRPr>
            </a:pPr>
            <a:r>
              <a:rPr sz="2100" b="1">
                <a:solidFill>
                  <a:srgbClr val="F0F5F6"/>
                </a:solidFill>
                <a:latin typeface="Arial"/>
                <a:ea typeface="Arial"/>
                <a:cs typeface="Arial"/>
              </a:rPr>
              <a:t>First report</a:t>
            </a:r>
          </a:p>
        </p:txBody>
      </p:sp>
      <p:sp>
        <p:nvSpPr>
          <p:cNvPr id="16" name="Analyze a photo, inspect the boxes, then save a re">
            <a:extLst xmlns:a="http://schemas.openxmlformats.org/drawingml/2006/main">
              <a:ext uri="{FF2B5EF4-FFF2-40B4-BE49-F238E27FC236}">
                <a16:creationId xmlns:a16="http://schemas.microsoft.com/office/drawing/2014/main" id="{9DD2E87C-2E41-44A3-933E-7CE7B4D42823}"/>
              </a:ext>
            </a:extLst>
          </p:cNvPr>
          <p:cNvSpPr>
            <a:spLocks xmlns:a="http://schemas.openxmlformats.org/drawingml/2006/main" noGrp="1"/>
          </p:cNvSpPr>
          <p:nvPr/>
        </p:nvSpPr>
        <p:spPr>
          <a:xfrm xmlns:a="http://schemas.openxmlformats.org/drawingml/2006/main">
            <a:off x="1438275" y="5162550"/>
            <a:ext cx="1009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A5BDC6"/>
                </a:solidFill>
                <a:latin typeface="Arial"/>
                <a:ea typeface="Arial"/>
                <a:cs typeface="Arial"/>
              </a:defRPr>
            </a:defPPr>
            <a:lvl1pPr>
              <a:defRPr sz="1725" b="0">
                <a:solidFill>
                  <a:srgbClr val="A5BDC6"/>
                </a:solidFill>
                <a:latin typeface="Arial"/>
                <a:ea typeface="Arial"/>
                <a:cs typeface="Arial"/>
              </a:defRPr>
            </a:lvl1pPr>
            <a:lvl2pPr>
              <a:defRPr sz="1725" b="0">
                <a:solidFill>
                  <a:srgbClr val="A5BDC6"/>
                </a:solidFill>
                <a:latin typeface="Arial"/>
                <a:ea typeface="Arial"/>
                <a:cs typeface="Arial"/>
              </a:defRPr>
            </a:lvl2pPr>
            <a:lvl3pPr>
              <a:defRPr sz="1725" b="0">
                <a:solidFill>
                  <a:srgbClr val="A5BDC6"/>
                </a:solidFill>
                <a:latin typeface="Arial"/>
                <a:ea typeface="Arial"/>
                <a:cs typeface="Arial"/>
              </a:defRPr>
            </a:lvl3pPr>
            <a:lvl4pPr>
              <a:defRPr sz="1725" b="0">
                <a:solidFill>
                  <a:srgbClr val="A5BDC6"/>
                </a:solidFill>
                <a:latin typeface="Arial"/>
                <a:ea typeface="Arial"/>
                <a:cs typeface="Arial"/>
              </a:defRPr>
            </a:lvl4pPr>
            <a:lvl5pPr>
              <a:defRPr sz="1725" b="0">
                <a:solidFill>
                  <a:srgbClr val="A5BDC6"/>
                </a:solidFill>
                <a:latin typeface="Arial"/>
                <a:ea typeface="Arial"/>
                <a:cs typeface="Arial"/>
              </a:defRPr>
            </a:lvl5pPr>
            <a:lvl6pPr>
              <a:defRPr sz="1725" b="0">
                <a:solidFill>
                  <a:srgbClr val="A5BDC6"/>
                </a:solidFill>
                <a:latin typeface="Arial"/>
                <a:ea typeface="Arial"/>
                <a:cs typeface="Arial"/>
              </a:defRPr>
            </a:lvl6pPr>
            <a:lvl7pPr>
              <a:defRPr sz="1725" b="0">
                <a:solidFill>
                  <a:srgbClr val="A5BDC6"/>
                </a:solidFill>
                <a:latin typeface="Arial"/>
                <a:ea typeface="Arial"/>
                <a:cs typeface="Arial"/>
              </a:defRPr>
            </a:lvl7pPr>
            <a:lvl8pPr>
              <a:defRPr sz="1725" b="0">
                <a:solidFill>
                  <a:srgbClr val="A5BDC6"/>
                </a:solidFill>
                <a:latin typeface="Arial"/>
                <a:ea typeface="Arial"/>
                <a:cs typeface="Arial"/>
              </a:defRPr>
            </a:lvl8pPr>
            <a:lvl9pPr>
              <a:defRPr sz="1725" b="0">
                <a:solidFill>
                  <a:srgbClr val="A5BDC6"/>
                </a:solidFill>
                <a:latin typeface="Arial"/>
                <a:ea typeface="Arial"/>
                <a:cs typeface="Arial"/>
              </a:defRPr>
            </a:lvl9pPr>
          </a:lstStyle>
          <a:p xmlns:a="http://schemas.openxmlformats.org/drawingml/2006/main">
            <a:pPr>
              <a:defRPr sz="1725" b="0">
                <a:solidFill>
                  <a:srgbClr val="A5BDC6"/>
                </a:solidFill>
                <a:latin typeface="Arial"/>
                <a:ea typeface="Arial"/>
                <a:cs typeface="Arial"/>
              </a:defRPr>
            </a:pPr>
            <a:r>
              <a:rPr sz="1725" b="0">
                <a:solidFill>
                  <a:srgbClr val="A5BDC6"/>
                </a:solidFill>
                <a:latin typeface="Arial"/>
                <a:ea typeface="Arial"/>
                <a:cs typeface="Arial"/>
              </a:rPr>
              <a:t>Analyze a photo, inspect the boxes, then save a review.</a:t>
            </a:r>
          </a:p>
        </p:txBody>
      </p:sp>
      <p:sp>
        <p:nvSpPr>
          <p:cNvPr id="17" name="Windows CPU workflow documented. Mac/ARM and drone">
            <a:extLst xmlns:a="http://schemas.openxmlformats.org/drawingml/2006/main">
              <a:ext uri="{FF2B5EF4-FFF2-40B4-BE49-F238E27FC236}">
                <a16:creationId xmlns:a16="http://schemas.microsoft.com/office/drawing/2014/main" id="{A92353FC-1E76-4538-B4D8-9F1B71343890}"/>
              </a:ext>
            </a:extLst>
          </p:cNvPr>
          <p:cNvSpPr>
            <a:spLocks xmlns:a="http://schemas.openxmlformats.org/drawingml/2006/main" noGrp="1"/>
          </p:cNvSpPr>
          <p:nvPr/>
        </p:nvSpPr>
        <p:spPr>
          <a:xfrm xmlns:a="http://schemas.openxmlformats.org/drawingml/2006/main">
            <a:off x="552450" y="5962650"/>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77D6DD"/>
                </a:solidFill>
                <a:latin typeface="Arial"/>
                <a:ea typeface="Arial"/>
                <a:cs typeface="Arial"/>
              </a:defRPr>
            </a:defPPr>
            <a:lvl1pPr>
              <a:defRPr sz="1650" b="0">
                <a:solidFill>
                  <a:srgbClr val="77D6DD"/>
                </a:solidFill>
                <a:latin typeface="Arial"/>
                <a:ea typeface="Arial"/>
                <a:cs typeface="Arial"/>
              </a:defRPr>
            </a:lvl1pPr>
            <a:lvl2pPr>
              <a:defRPr sz="1650" b="0">
                <a:solidFill>
                  <a:srgbClr val="77D6DD"/>
                </a:solidFill>
                <a:latin typeface="Arial"/>
                <a:ea typeface="Arial"/>
                <a:cs typeface="Arial"/>
              </a:defRPr>
            </a:lvl2pPr>
            <a:lvl3pPr>
              <a:defRPr sz="1650" b="0">
                <a:solidFill>
                  <a:srgbClr val="77D6DD"/>
                </a:solidFill>
                <a:latin typeface="Arial"/>
                <a:ea typeface="Arial"/>
                <a:cs typeface="Arial"/>
              </a:defRPr>
            </a:lvl3pPr>
            <a:lvl4pPr>
              <a:defRPr sz="1650" b="0">
                <a:solidFill>
                  <a:srgbClr val="77D6DD"/>
                </a:solidFill>
                <a:latin typeface="Arial"/>
                <a:ea typeface="Arial"/>
                <a:cs typeface="Arial"/>
              </a:defRPr>
            </a:lvl4pPr>
            <a:lvl5pPr>
              <a:defRPr sz="1650" b="0">
                <a:solidFill>
                  <a:srgbClr val="77D6DD"/>
                </a:solidFill>
                <a:latin typeface="Arial"/>
                <a:ea typeface="Arial"/>
                <a:cs typeface="Arial"/>
              </a:defRPr>
            </a:lvl5pPr>
            <a:lvl6pPr>
              <a:defRPr sz="1650" b="0">
                <a:solidFill>
                  <a:srgbClr val="77D6DD"/>
                </a:solidFill>
                <a:latin typeface="Arial"/>
                <a:ea typeface="Arial"/>
                <a:cs typeface="Arial"/>
              </a:defRPr>
            </a:lvl6pPr>
            <a:lvl7pPr>
              <a:defRPr sz="1650" b="0">
                <a:solidFill>
                  <a:srgbClr val="77D6DD"/>
                </a:solidFill>
                <a:latin typeface="Arial"/>
                <a:ea typeface="Arial"/>
                <a:cs typeface="Arial"/>
              </a:defRPr>
            </a:lvl7pPr>
            <a:lvl8pPr>
              <a:defRPr sz="1650" b="0">
                <a:solidFill>
                  <a:srgbClr val="77D6DD"/>
                </a:solidFill>
                <a:latin typeface="Arial"/>
                <a:ea typeface="Arial"/>
                <a:cs typeface="Arial"/>
              </a:defRPr>
            </a:lvl8pPr>
            <a:lvl9pPr>
              <a:defRPr sz="1650" b="0">
                <a:solidFill>
                  <a:srgbClr val="77D6DD"/>
                </a:solidFill>
                <a:latin typeface="Arial"/>
                <a:ea typeface="Arial"/>
                <a:cs typeface="Arial"/>
              </a:defRPr>
            </a:lvl9pPr>
          </a:lstStyle>
          <a:p xmlns:a="http://schemas.openxmlformats.org/drawingml/2006/main">
            <a:pPr>
              <a:defRPr sz="1650" b="0">
                <a:solidFill>
                  <a:srgbClr val="77D6DD"/>
                </a:solidFill>
                <a:latin typeface="Arial"/>
                <a:ea typeface="Arial"/>
                <a:cs typeface="Arial"/>
              </a:defRPr>
            </a:pPr>
            <a:r>
              <a:rPr sz="1650" b="0">
                <a:solidFill>
                  <a:srgbClr val="77D6DD"/>
                </a:solidFill>
                <a:latin typeface="Arial"/>
                <a:ea typeface="Arial"/>
                <a:cs typeface="Arial"/>
              </a:rPr>
              <a:t>Windows CPU workflow documented. Mac/ARM and drone hardware remain unverified.</a:t>
            </a:r>
          </a:p>
        </p:txBody>
      </p:sp>
    </p:spTree>
    <p:extLst>
      <p:ext uri="{BB962C8B-B14F-4D97-AF65-F5344CB8AC3E}">
        <p14:creationId xmlns:p14="http://schemas.microsoft.com/office/powerpoint/2010/main" val="1405126803"/>
      </p:ext>
    </p:extLst>
  </p:cSld>
</p:sld>
</file>

<file path=ppt/slides/slide11.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sp>
        <p:nvSpPr>
          <p:cNvPr id="10" name="APPENDIX D / DEMO AND QUESTIONS">
            <a:extLst xmlns:a="http://schemas.openxmlformats.org/drawingml/2006/main">
              <a:ext uri="{FF2B5EF4-FFF2-40B4-BE49-F238E27FC236}">
                <a16:creationId xmlns:a16="http://schemas.microsoft.com/office/drawing/2014/main" id="{3DF0F3C4-9C6A-4D3B-9D28-2426163B4687}"/>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APPENDIX D / DEMO AND QUESTIONS</a:t>
            </a:r>
          </a:p>
        </p:txBody>
      </p:sp>
      <p:sp>
        <p:nvSpPr>
          <p:cNvPr id="2" name="A short demonstration with evidence">
            <a:extLst xmlns:a="http://schemas.openxmlformats.org/drawingml/2006/main">
              <a:ext uri="{FF2B5EF4-FFF2-40B4-BE49-F238E27FC236}">
                <a16:creationId xmlns:a16="http://schemas.microsoft.com/office/drawing/2014/main" id="{9BD413C4-46B6-4028-9F21-67ACDA50DCDE}"/>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A short demonstration with evidence</a:t>
            </a:r>
          </a:p>
        </p:txBody>
      </p:sp>
      <p:sp>
        <p:nvSpPr>
          <p:cNvPr id="3" name="RoadScan / AIEP capstone">
            <a:extLst xmlns:a="http://schemas.openxmlformats.org/drawingml/2006/main">
              <a:ext uri="{FF2B5EF4-FFF2-40B4-BE49-F238E27FC236}">
                <a16:creationId xmlns:a16="http://schemas.microsoft.com/office/drawing/2014/main" id="{EBE62C1C-E24D-4610-A680-7AD168B7F114}"/>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11">
            <a:extLst xmlns:a="http://schemas.openxmlformats.org/drawingml/2006/main">
              <a:ext uri="{FF2B5EF4-FFF2-40B4-BE49-F238E27FC236}">
                <a16:creationId xmlns:a16="http://schemas.microsoft.com/office/drawing/2014/main" id="{76AA1BD9-1549-4BD1-B220-B6EC2EEE0D8D}"/>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11</a:t>
            </a:r>
          </a:p>
        </p:txBody>
      </p:sp>
      <p:sp>
        <p:nvSpPr>
          <p:cNvPr id="5" name="Show">
            <a:extLst xmlns:a="http://schemas.openxmlformats.org/drawingml/2006/main">
              <a:ext uri="{FF2B5EF4-FFF2-40B4-BE49-F238E27FC236}">
                <a16:creationId xmlns:a16="http://schemas.microsoft.com/office/drawing/2014/main" id="{3914F2F6-0099-4F58-B65C-57295C919401}"/>
              </a:ext>
            </a:extLst>
          </p:cNvPr>
          <p:cNvSpPr>
            <a:spLocks xmlns:a="http://schemas.openxmlformats.org/drawingml/2006/main" noGrp="1"/>
          </p:cNvSpPr>
          <p:nvPr/>
        </p:nvSpPr>
        <p:spPr>
          <a:xfrm xmlns:a="http://schemas.openxmlformats.org/drawingml/2006/main">
            <a:off x="552450" y="2009775"/>
            <a:ext cx="504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DCFA6B"/>
                </a:solidFill>
                <a:latin typeface="Arial"/>
                <a:ea typeface="Arial"/>
                <a:cs typeface="Arial"/>
              </a:defRPr>
            </a:defPPr>
            <a:lvl1pPr>
              <a:defRPr sz="2550" b="1">
                <a:solidFill>
                  <a:srgbClr val="DCFA6B"/>
                </a:solidFill>
                <a:latin typeface="Arial"/>
                <a:ea typeface="Arial"/>
                <a:cs typeface="Arial"/>
              </a:defRPr>
            </a:lvl1pPr>
            <a:lvl2pPr>
              <a:defRPr sz="2550" b="1">
                <a:solidFill>
                  <a:srgbClr val="DCFA6B"/>
                </a:solidFill>
                <a:latin typeface="Arial"/>
                <a:ea typeface="Arial"/>
                <a:cs typeface="Arial"/>
              </a:defRPr>
            </a:lvl2pPr>
            <a:lvl3pPr>
              <a:defRPr sz="2550" b="1">
                <a:solidFill>
                  <a:srgbClr val="DCFA6B"/>
                </a:solidFill>
                <a:latin typeface="Arial"/>
                <a:ea typeface="Arial"/>
                <a:cs typeface="Arial"/>
              </a:defRPr>
            </a:lvl3pPr>
            <a:lvl4pPr>
              <a:defRPr sz="2550" b="1">
                <a:solidFill>
                  <a:srgbClr val="DCFA6B"/>
                </a:solidFill>
                <a:latin typeface="Arial"/>
                <a:ea typeface="Arial"/>
                <a:cs typeface="Arial"/>
              </a:defRPr>
            </a:lvl4pPr>
            <a:lvl5pPr>
              <a:defRPr sz="2550" b="1">
                <a:solidFill>
                  <a:srgbClr val="DCFA6B"/>
                </a:solidFill>
                <a:latin typeface="Arial"/>
                <a:ea typeface="Arial"/>
                <a:cs typeface="Arial"/>
              </a:defRPr>
            </a:lvl5pPr>
            <a:lvl6pPr>
              <a:defRPr sz="2550" b="1">
                <a:solidFill>
                  <a:srgbClr val="DCFA6B"/>
                </a:solidFill>
                <a:latin typeface="Arial"/>
                <a:ea typeface="Arial"/>
                <a:cs typeface="Arial"/>
              </a:defRPr>
            </a:lvl6pPr>
            <a:lvl7pPr>
              <a:defRPr sz="2550" b="1">
                <a:solidFill>
                  <a:srgbClr val="DCFA6B"/>
                </a:solidFill>
                <a:latin typeface="Arial"/>
                <a:ea typeface="Arial"/>
                <a:cs typeface="Arial"/>
              </a:defRPr>
            </a:lvl7pPr>
            <a:lvl8pPr>
              <a:defRPr sz="2550" b="1">
                <a:solidFill>
                  <a:srgbClr val="DCFA6B"/>
                </a:solidFill>
                <a:latin typeface="Arial"/>
                <a:ea typeface="Arial"/>
                <a:cs typeface="Arial"/>
              </a:defRPr>
            </a:lvl8pPr>
            <a:lvl9pPr>
              <a:defRPr sz="2550" b="1">
                <a:solidFill>
                  <a:srgbClr val="DCFA6B"/>
                </a:solidFill>
                <a:latin typeface="Arial"/>
                <a:ea typeface="Arial"/>
                <a:cs typeface="Arial"/>
              </a:defRPr>
            </a:lvl9pPr>
          </a:lstStyle>
          <a:p xmlns:a="http://schemas.openxmlformats.org/drawingml/2006/main">
            <a:pPr>
              <a:defRPr sz="2550" b="1">
                <a:solidFill>
                  <a:srgbClr val="DCFA6B"/>
                </a:solidFill>
                <a:latin typeface="Arial"/>
                <a:ea typeface="Arial"/>
                <a:cs typeface="Arial"/>
              </a:defRPr>
            </a:pPr>
            <a:r>
              <a:rPr sz="2550" b="1">
                <a:solidFill>
                  <a:srgbClr val="DCFA6B"/>
                </a:solidFill>
                <a:latin typeface="Arial"/>
                <a:ea typeface="Arial"/>
                <a:cs typeface="Arial"/>
              </a:rPr>
              <a:t>Show</a:t>
            </a:r>
          </a:p>
        </p:txBody>
      </p:sp>
      <p:sp>
        <p:nvSpPr>
          <p:cNvPr id="6" name="A road image and its prediction.&#10;A corrected repor">
            <a:extLst xmlns:a="http://schemas.openxmlformats.org/drawingml/2006/main">
              <a:ext uri="{FF2B5EF4-FFF2-40B4-BE49-F238E27FC236}">
                <a16:creationId xmlns:a16="http://schemas.microsoft.com/office/drawing/2014/main" id="{BA3E2A53-BF22-4749-AF78-BAFE9180EB10}"/>
              </a:ext>
            </a:extLst>
          </p:cNvPr>
          <p:cNvSpPr>
            <a:spLocks xmlns:a="http://schemas.openxmlformats.org/drawingml/2006/main" noGrp="1"/>
          </p:cNvSpPr>
          <p:nvPr/>
        </p:nvSpPr>
        <p:spPr>
          <a:xfrm xmlns:a="http://schemas.openxmlformats.org/drawingml/2006/main">
            <a:off x="552450" y="2667000"/>
            <a:ext cx="5381625" cy="1971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F0F5F6"/>
                </a:solidFill>
                <a:latin typeface="Arial"/>
                <a:ea typeface="Arial"/>
                <a:cs typeface="Arial"/>
              </a:defRPr>
            </a:defPPr>
            <a:lvl1pPr>
              <a:defRPr sz="2100" b="0">
                <a:solidFill>
                  <a:srgbClr val="F0F5F6"/>
                </a:solidFill>
                <a:latin typeface="Arial"/>
                <a:ea typeface="Arial"/>
                <a:cs typeface="Arial"/>
              </a:defRPr>
            </a:lvl1pPr>
            <a:lvl2pPr>
              <a:defRPr sz="2100" b="0">
                <a:solidFill>
                  <a:srgbClr val="F0F5F6"/>
                </a:solidFill>
                <a:latin typeface="Arial"/>
                <a:ea typeface="Arial"/>
                <a:cs typeface="Arial"/>
              </a:defRPr>
            </a:lvl2pPr>
            <a:lvl3pPr>
              <a:defRPr sz="2100" b="0">
                <a:solidFill>
                  <a:srgbClr val="F0F5F6"/>
                </a:solidFill>
                <a:latin typeface="Arial"/>
                <a:ea typeface="Arial"/>
                <a:cs typeface="Arial"/>
              </a:defRPr>
            </a:lvl3pPr>
            <a:lvl4pPr>
              <a:defRPr sz="2100" b="0">
                <a:solidFill>
                  <a:srgbClr val="F0F5F6"/>
                </a:solidFill>
                <a:latin typeface="Arial"/>
                <a:ea typeface="Arial"/>
                <a:cs typeface="Arial"/>
              </a:defRPr>
            </a:lvl4pPr>
            <a:lvl5pPr>
              <a:defRPr sz="2100" b="0">
                <a:solidFill>
                  <a:srgbClr val="F0F5F6"/>
                </a:solidFill>
                <a:latin typeface="Arial"/>
                <a:ea typeface="Arial"/>
                <a:cs typeface="Arial"/>
              </a:defRPr>
            </a:lvl5pPr>
            <a:lvl6pPr>
              <a:defRPr sz="2100" b="0">
                <a:solidFill>
                  <a:srgbClr val="F0F5F6"/>
                </a:solidFill>
                <a:latin typeface="Arial"/>
                <a:ea typeface="Arial"/>
                <a:cs typeface="Arial"/>
              </a:defRPr>
            </a:lvl6pPr>
            <a:lvl7pPr>
              <a:defRPr sz="2100" b="0">
                <a:solidFill>
                  <a:srgbClr val="F0F5F6"/>
                </a:solidFill>
                <a:latin typeface="Arial"/>
                <a:ea typeface="Arial"/>
                <a:cs typeface="Arial"/>
              </a:defRPr>
            </a:lvl7pPr>
            <a:lvl8pPr>
              <a:defRPr sz="2100" b="0">
                <a:solidFill>
                  <a:srgbClr val="F0F5F6"/>
                </a:solidFill>
                <a:latin typeface="Arial"/>
                <a:ea typeface="Arial"/>
                <a:cs typeface="Arial"/>
              </a:defRPr>
            </a:lvl8pPr>
            <a:lvl9pPr>
              <a:defRPr sz="2100" b="0">
                <a:solidFill>
                  <a:srgbClr val="F0F5F6"/>
                </a:solidFill>
                <a:latin typeface="Arial"/>
                <a:ea typeface="Arial"/>
                <a:cs typeface="Arial"/>
              </a:defRPr>
            </a:lvl9pPr>
          </a:lstStyle>
          <a:p xmlns:a="http://schemas.openxmlformats.org/drawingml/2006/main">
            <a:pPr>
              <a:defRPr sz="2100" b="0">
                <a:solidFill>
                  <a:srgbClr val="F0F5F6"/>
                </a:solidFill>
                <a:latin typeface="Arial"/>
                <a:ea typeface="Arial"/>
                <a:cs typeface="Arial"/>
              </a:defRPr>
            </a:pPr>
            <a:r>
              <a:rPr sz="2100" b="0">
                <a:solidFill>
                  <a:srgbClr val="F0F5F6"/>
                </a:solidFill>
                <a:latin typeface="Arial"/>
                <a:ea typeface="Arial"/>
                <a:cs typeface="Arial"/>
              </a:rPr>
              <a:t>A road image and its prediction.</a:t>
            </a:r>
          </a:p>
          <a:p xmlns:a="http://schemas.openxmlformats.org/drawingml/2006/main">
            <a:pPr>
              <a:defRPr sz="2100" b="0">
                <a:solidFill>
                  <a:srgbClr val="F0F5F6"/>
                </a:solidFill>
                <a:latin typeface="Arial"/>
                <a:ea typeface="Arial"/>
                <a:cs typeface="Arial"/>
              </a:defRPr>
            </a:pPr>
            <a:r>
              <a:rPr sz="2100" b="0">
                <a:solidFill>
                  <a:srgbClr val="F0F5F6"/>
                </a:solidFill>
                <a:latin typeface="Arial"/>
                <a:ea typeface="Arial"/>
                <a:cs typeface="Arial"/>
              </a:rPr>
              <a:t>A corrected report and saved decision.</a:t>
            </a:r>
          </a:p>
          <a:p xmlns:a="http://schemas.openxmlformats.org/drawingml/2006/main">
            <a:pPr>
              <a:defRPr sz="2100" b="0">
                <a:solidFill>
                  <a:srgbClr val="F0F5F6"/>
                </a:solidFill>
                <a:latin typeface="Arial"/>
                <a:ea typeface="Arial"/>
                <a:cs typeface="Arial"/>
              </a:defRPr>
            </a:pPr>
            <a:r>
              <a:rPr sz="2100" b="0">
                <a:solidFill>
                  <a:srgbClr val="F0F5F6"/>
                </a:solidFill>
                <a:latin typeface="Arial"/>
                <a:ea typeface="Arial"/>
                <a:cs typeface="Arial"/>
              </a:rPr>
              <a:t>An individual model chosen from a vote.</a:t>
            </a:r>
          </a:p>
          <a:p xmlns:a="http://schemas.openxmlformats.org/drawingml/2006/main">
            <a:pPr>
              <a:defRPr sz="2100" b="0">
                <a:solidFill>
                  <a:srgbClr val="F0F5F6"/>
                </a:solidFill>
                <a:latin typeface="Arial"/>
                <a:ea typeface="Arial"/>
                <a:cs typeface="Arial"/>
              </a:defRPr>
            </a:pPr>
            <a:r>
              <a:rPr sz="2100" b="0">
                <a:solidFill>
                  <a:srgbClr val="F0F5F6"/>
                </a:solidFill>
                <a:latin typeface="Arial"/>
                <a:ea typeface="Arial"/>
                <a:cs typeface="Arial"/>
              </a:rPr>
              <a:t>The approved-example export workflow.</a:t>
            </a:r>
          </a:p>
        </p:txBody>
      </p:sp>
      <p:sp>
        <p:nvSpPr>
          <p:cNvPr id="7" name="Explain">
            <a:extLst xmlns:a="http://schemas.openxmlformats.org/drawingml/2006/main">
              <a:ext uri="{FF2B5EF4-FFF2-40B4-BE49-F238E27FC236}">
                <a16:creationId xmlns:a16="http://schemas.microsoft.com/office/drawing/2014/main" id="{D79E9F3D-32F2-42DD-A6E5-0B88C1B70C4F}"/>
              </a:ext>
            </a:extLst>
          </p:cNvPr>
          <p:cNvSpPr>
            <a:spLocks xmlns:a="http://schemas.openxmlformats.org/drawingml/2006/main" noGrp="1"/>
          </p:cNvSpPr>
          <p:nvPr/>
        </p:nvSpPr>
        <p:spPr>
          <a:xfrm xmlns:a="http://schemas.openxmlformats.org/drawingml/2006/main">
            <a:off x="6934200" y="2009775"/>
            <a:ext cx="47053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77D6DD"/>
                </a:solidFill>
                <a:latin typeface="Arial"/>
                <a:ea typeface="Arial"/>
                <a:cs typeface="Arial"/>
              </a:defRPr>
            </a:defPPr>
            <a:lvl1pPr>
              <a:defRPr sz="2550" b="1">
                <a:solidFill>
                  <a:srgbClr val="77D6DD"/>
                </a:solidFill>
                <a:latin typeface="Arial"/>
                <a:ea typeface="Arial"/>
                <a:cs typeface="Arial"/>
              </a:defRPr>
            </a:lvl1pPr>
            <a:lvl2pPr>
              <a:defRPr sz="2550" b="1">
                <a:solidFill>
                  <a:srgbClr val="77D6DD"/>
                </a:solidFill>
                <a:latin typeface="Arial"/>
                <a:ea typeface="Arial"/>
                <a:cs typeface="Arial"/>
              </a:defRPr>
            </a:lvl2pPr>
            <a:lvl3pPr>
              <a:defRPr sz="2550" b="1">
                <a:solidFill>
                  <a:srgbClr val="77D6DD"/>
                </a:solidFill>
                <a:latin typeface="Arial"/>
                <a:ea typeface="Arial"/>
                <a:cs typeface="Arial"/>
              </a:defRPr>
            </a:lvl3pPr>
            <a:lvl4pPr>
              <a:defRPr sz="2550" b="1">
                <a:solidFill>
                  <a:srgbClr val="77D6DD"/>
                </a:solidFill>
                <a:latin typeface="Arial"/>
                <a:ea typeface="Arial"/>
                <a:cs typeface="Arial"/>
              </a:defRPr>
            </a:lvl4pPr>
            <a:lvl5pPr>
              <a:defRPr sz="2550" b="1">
                <a:solidFill>
                  <a:srgbClr val="77D6DD"/>
                </a:solidFill>
                <a:latin typeface="Arial"/>
                <a:ea typeface="Arial"/>
                <a:cs typeface="Arial"/>
              </a:defRPr>
            </a:lvl5pPr>
            <a:lvl6pPr>
              <a:defRPr sz="2550" b="1">
                <a:solidFill>
                  <a:srgbClr val="77D6DD"/>
                </a:solidFill>
                <a:latin typeface="Arial"/>
                <a:ea typeface="Arial"/>
                <a:cs typeface="Arial"/>
              </a:defRPr>
            </a:lvl6pPr>
            <a:lvl7pPr>
              <a:defRPr sz="2550" b="1">
                <a:solidFill>
                  <a:srgbClr val="77D6DD"/>
                </a:solidFill>
                <a:latin typeface="Arial"/>
                <a:ea typeface="Arial"/>
                <a:cs typeface="Arial"/>
              </a:defRPr>
            </a:lvl7pPr>
            <a:lvl8pPr>
              <a:defRPr sz="2550" b="1">
                <a:solidFill>
                  <a:srgbClr val="77D6DD"/>
                </a:solidFill>
                <a:latin typeface="Arial"/>
                <a:ea typeface="Arial"/>
                <a:cs typeface="Arial"/>
              </a:defRPr>
            </a:lvl8pPr>
            <a:lvl9pPr>
              <a:defRPr sz="2550" b="1">
                <a:solidFill>
                  <a:srgbClr val="77D6DD"/>
                </a:solidFill>
                <a:latin typeface="Arial"/>
                <a:ea typeface="Arial"/>
                <a:cs typeface="Arial"/>
              </a:defRPr>
            </a:lvl9pPr>
          </a:lstStyle>
          <a:p xmlns:a="http://schemas.openxmlformats.org/drawingml/2006/main">
            <a:pPr>
              <a:defRPr sz="2550" b="1">
                <a:solidFill>
                  <a:srgbClr val="77D6DD"/>
                </a:solidFill>
                <a:latin typeface="Arial"/>
                <a:ea typeface="Arial"/>
                <a:cs typeface="Arial"/>
              </a:defRPr>
            </a:pPr>
            <a:r>
              <a:rPr sz="2550" b="1">
                <a:solidFill>
                  <a:srgbClr val="77D6DD"/>
                </a:solidFill>
                <a:latin typeface="Arial"/>
                <a:ea typeface="Arial"/>
                <a:cs typeface="Arial"/>
              </a:rPr>
              <a:t>Explain</a:t>
            </a:r>
          </a:p>
        </p:txBody>
      </p:sp>
      <p:sp>
        <p:nvSpPr>
          <p:cNvPr id="8" name="Confidence is not accuracy.&#10;Priority is an estimat">
            <a:extLst xmlns:a="http://schemas.openxmlformats.org/drawingml/2006/main">
              <a:ext uri="{FF2B5EF4-FFF2-40B4-BE49-F238E27FC236}">
                <a16:creationId xmlns:a16="http://schemas.microsoft.com/office/drawing/2014/main" id="{99268D6F-C273-45EF-B4C9-C70D4464E699}"/>
              </a:ext>
            </a:extLst>
          </p:cNvPr>
          <p:cNvSpPr>
            <a:spLocks xmlns:a="http://schemas.openxmlformats.org/drawingml/2006/main" noGrp="1"/>
          </p:cNvSpPr>
          <p:nvPr/>
        </p:nvSpPr>
        <p:spPr>
          <a:xfrm xmlns:a="http://schemas.openxmlformats.org/drawingml/2006/main">
            <a:off x="6934200" y="2667000"/>
            <a:ext cx="47053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F0F5F6"/>
                </a:solidFill>
                <a:latin typeface="Arial"/>
                <a:ea typeface="Arial"/>
                <a:cs typeface="Arial"/>
              </a:defRPr>
            </a:defPPr>
            <a:lvl1pPr>
              <a:defRPr sz="2025" b="0">
                <a:solidFill>
                  <a:srgbClr val="F0F5F6"/>
                </a:solidFill>
                <a:latin typeface="Arial"/>
                <a:ea typeface="Arial"/>
                <a:cs typeface="Arial"/>
              </a:defRPr>
            </a:lvl1pPr>
            <a:lvl2pPr>
              <a:defRPr sz="2025" b="0">
                <a:solidFill>
                  <a:srgbClr val="F0F5F6"/>
                </a:solidFill>
                <a:latin typeface="Arial"/>
                <a:ea typeface="Arial"/>
                <a:cs typeface="Arial"/>
              </a:defRPr>
            </a:lvl2pPr>
            <a:lvl3pPr>
              <a:defRPr sz="2025" b="0">
                <a:solidFill>
                  <a:srgbClr val="F0F5F6"/>
                </a:solidFill>
                <a:latin typeface="Arial"/>
                <a:ea typeface="Arial"/>
                <a:cs typeface="Arial"/>
              </a:defRPr>
            </a:lvl3pPr>
            <a:lvl4pPr>
              <a:defRPr sz="2025" b="0">
                <a:solidFill>
                  <a:srgbClr val="F0F5F6"/>
                </a:solidFill>
                <a:latin typeface="Arial"/>
                <a:ea typeface="Arial"/>
                <a:cs typeface="Arial"/>
              </a:defRPr>
            </a:lvl4pPr>
            <a:lvl5pPr>
              <a:defRPr sz="2025" b="0">
                <a:solidFill>
                  <a:srgbClr val="F0F5F6"/>
                </a:solidFill>
                <a:latin typeface="Arial"/>
                <a:ea typeface="Arial"/>
                <a:cs typeface="Arial"/>
              </a:defRPr>
            </a:lvl5pPr>
            <a:lvl6pPr>
              <a:defRPr sz="2025" b="0">
                <a:solidFill>
                  <a:srgbClr val="F0F5F6"/>
                </a:solidFill>
                <a:latin typeface="Arial"/>
                <a:ea typeface="Arial"/>
                <a:cs typeface="Arial"/>
              </a:defRPr>
            </a:lvl6pPr>
            <a:lvl7pPr>
              <a:defRPr sz="2025" b="0">
                <a:solidFill>
                  <a:srgbClr val="F0F5F6"/>
                </a:solidFill>
                <a:latin typeface="Arial"/>
                <a:ea typeface="Arial"/>
                <a:cs typeface="Arial"/>
              </a:defRPr>
            </a:lvl7pPr>
            <a:lvl8pPr>
              <a:defRPr sz="2025" b="0">
                <a:solidFill>
                  <a:srgbClr val="F0F5F6"/>
                </a:solidFill>
                <a:latin typeface="Arial"/>
                <a:ea typeface="Arial"/>
                <a:cs typeface="Arial"/>
              </a:defRPr>
            </a:lvl8pPr>
            <a:lvl9pPr>
              <a:defRPr sz="2025" b="0">
                <a:solidFill>
                  <a:srgbClr val="F0F5F6"/>
                </a:solidFill>
                <a:latin typeface="Arial"/>
                <a:ea typeface="Arial"/>
                <a:cs typeface="Arial"/>
              </a:defRPr>
            </a:lvl9pPr>
          </a:lstStyle>
          <a:p xmlns:a="http://schemas.openxmlformats.org/drawingml/2006/main">
            <a:pPr>
              <a:defRPr sz="2025" b="0">
                <a:solidFill>
                  <a:srgbClr val="F0F5F6"/>
                </a:solidFill>
                <a:latin typeface="Arial"/>
                <a:ea typeface="Arial"/>
                <a:cs typeface="Arial"/>
              </a:defRPr>
            </a:pPr>
            <a:r>
              <a:rPr sz="2025" b="0">
                <a:solidFill>
                  <a:srgbClr val="F0F5F6"/>
                </a:solidFill>
                <a:latin typeface="Arial"/>
                <a:ea typeface="Arial"/>
                <a:cs typeface="Arial"/>
              </a:rPr>
              <a:t>Confidence is not accuracy.</a:t>
            </a:r>
          </a:p>
          <a:p xmlns:a="http://schemas.openxmlformats.org/drawingml/2006/main">
            <a:pPr>
              <a:defRPr sz="2025" b="0">
                <a:solidFill>
                  <a:srgbClr val="F0F5F6"/>
                </a:solidFill>
                <a:latin typeface="Arial"/>
                <a:ea typeface="Arial"/>
                <a:cs typeface="Arial"/>
              </a:defRPr>
            </a:pPr>
            <a:r>
              <a:rPr sz="2025" b="0">
                <a:solidFill>
                  <a:srgbClr val="F0F5F6"/>
                </a:solidFill>
                <a:latin typeface="Arial"/>
                <a:ea typeface="Arial"/>
                <a:cs typeface="Arial"/>
              </a:rPr>
              <a:t>Priority is an estimated triage aid.</a:t>
            </a:r>
          </a:p>
          <a:p xmlns:a="http://schemas.openxmlformats.org/drawingml/2006/main">
            <a:pPr>
              <a:defRPr sz="2025" b="0">
                <a:solidFill>
                  <a:srgbClr val="F0F5F6"/>
                </a:solidFill>
                <a:latin typeface="Arial"/>
                <a:ea typeface="Arial"/>
                <a:cs typeface="Arial"/>
              </a:defRPr>
            </a:pPr>
            <a:r>
              <a:rPr sz="2025" b="0">
                <a:solidFill>
                  <a:srgbClr val="F0F5F6"/>
                </a:solidFill>
                <a:latin typeface="Arial"/>
                <a:ea typeface="Arial"/>
                <a:cs typeface="Arial"/>
              </a:rPr>
              <a:t>Training happens separately.</a:t>
            </a:r>
          </a:p>
          <a:p xmlns:a="http://schemas.openxmlformats.org/drawingml/2006/main">
            <a:pPr>
              <a:defRPr sz="2025" b="0">
                <a:solidFill>
                  <a:srgbClr val="F0F5F6"/>
                </a:solidFill>
                <a:latin typeface="Arial"/>
                <a:ea typeface="Arial"/>
                <a:cs typeface="Arial"/>
              </a:defRPr>
            </a:pPr>
            <a:r>
              <a:rPr sz="2025" b="0">
                <a:solidFill>
                  <a:srgbClr val="F0F5F6"/>
                </a:solidFill>
                <a:latin typeface="Arial"/>
                <a:ea typeface="Arial"/>
                <a:cs typeface="Arial"/>
              </a:rPr>
              <a:t>Location and drone support need</a:t>
            </a:r>
          </a:p>
          <a:p xmlns:a="http://schemas.openxmlformats.org/drawingml/2006/main">
            <a:pPr>
              <a:defRPr sz="2025" b="0">
                <a:solidFill>
                  <a:srgbClr val="F0F5F6"/>
                </a:solidFill>
                <a:latin typeface="Arial"/>
                <a:ea typeface="Arial"/>
                <a:cs typeface="Arial"/>
              </a:defRPr>
            </a:pPr>
            <a:r>
              <a:rPr sz="2025" b="0">
                <a:solidFill>
                  <a:srgbClr val="F0F5F6"/>
                </a:solidFill>
                <a:latin typeface="Arial"/>
                <a:ea typeface="Arial"/>
                <a:cs typeface="Arial"/>
              </a:rPr>
              <a:t>representative field validation.</a:t>
            </a:r>
          </a:p>
        </p:txBody>
      </p:sp>
      <p:sp>
        <p:nvSpPr>
          <p:cNvPr id="9" name="If hardware is unavailable, use the cleared interf">
            <a:extLst xmlns:a="http://schemas.openxmlformats.org/drawingml/2006/main">
              <a:ext uri="{FF2B5EF4-FFF2-40B4-BE49-F238E27FC236}">
                <a16:creationId xmlns:a16="http://schemas.microsoft.com/office/drawing/2014/main" id="{CEFC7676-3ED1-4BC8-B0F4-76271D5BD99E}"/>
              </a:ext>
            </a:extLst>
          </p:cNvPr>
          <p:cNvSpPr>
            <a:spLocks xmlns:a="http://schemas.openxmlformats.org/drawingml/2006/main" noGrp="1"/>
          </p:cNvSpPr>
          <p:nvPr/>
        </p:nvSpPr>
        <p:spPr>
          <a:xfrm xmlns:a="http://schemas.openxmlformats.org/drawingml/2006/main">
            <a:off x="552450" y="5724525"/>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A5BDC6"/>
                </a:solidFill>
                <a:latin typeface="Arial"/>
                <a:ea typeface="Arial"/>
                <a:cs typeface="Arial"/>
              </a:defRPr>
            </a:defPPr>
            <a:lvl1pPr>
              <a:defRPr sz="1800" b="0">
                <a:solidFill>
                  <a:srgbClr val="A5BDC6"/>
                </a:solidFill>
                <a:latin typeface="Arial"/>
                <a:ea typeface="Arial"/>
                <a:cs typeface="Arial"/>
              </a:defRPr>
            </a:lvl1pPr>
            <a:lvl2pPr>
              <a:defRPr sz="1800" b="0">
                <a:solidFill>
                  <a:srgbClr val="A5BDC6"/>
                </a:solidFill>
                <a:latin typeface="Arial"/>
                <a:ea typeface="Arial"/>
                <a:cs typeface="Arial"/>
              </a:defRPr>
            </a:lvl2pPr>
            <a:lvl3pPr>
              <a:defRPr sz="1800" b="0">
                <a:solidFill>
                  <a:srgbClr val="A5BDC6"/>
                </a:solidFill>
                <a:latin typeface="Arial"/>
                <a:ea typeface="Arial"/>
                <a:cs typeface="Arial"/>
              </a:defRPr>
            </a:lvl3pPr>
            <a:lvl4pPr>
              <a:defRPr sz="1800" b="0">
                <a:solidFill>
                  <a:srgbClr val="A5BDC6"/>
                </a:solidFill>
                <a:latin typeface="Arial"/>
                <a:ea typeface="Arial"/>
                <a:cs typeface="Arial"/>
              </a:defRPr>
            </a:lvl4pPr>
            <a:lvl5pPr>
              <a:defRPr sz="1800" b="0">
                <a:solidFill>
                  <a:srgbClr val="A5BDC6"/>
                </a:solidFill>
                <a:latin typeface="Arial"/>
                <a:ea typeface="Arial"/>
                <a:cs typeface="Arial"/>
              </a:defRPr>
            </a:lvl5pPr>
            <a:lvl6pPr>
              <a:defRPr sz="1800" b="0">
                <a:solidFill>
                  <a:srgbClr val="A5BDC6"/>
                </a:solidFill>
                <a:latin typeface="Arial"/>
                <a:ea typeface="Arial"/>
                <a:cs typeface="Arial"/>
              </a:defRPr>
            </a:lvl6pPr>
            <a:lvl7pPr>
              <a:defRPr sz="1800" b="0">
                <a:solidFill>
                  <a:srgbClr val="A5BDC6"/>
                </a:solidFill>
                <a:latin typeface="Arial"/>
                <a:ea typeface="Arial"/>
                <a:cs typeface="Arial"/>
              </a:defRPr>
            </a:lvl7pPr>
            <a:lvl8pPr>
              <a:defRPr sz="1800" b="0">
                <a:solidFill>
                  <a:srgbClr val="A5BDC6"/>
                </a:solidFill>
                <a:latin typeface="Arial"/>
                <a:ea typeface="Arial"/>
                <a:cs typeface="Arial"/>
              </a:defRPr>
            </a:lvl8pPr>
            <a:lvl9pPr>
              <a:defRPr sz="1800" b="0">
                <a:solidFill>
                  <a:srgbClr val="A5BDC6"/>
                </a:solidFill>
                <a:latin typeface="Arial"/>
                <a:ea typeface="Arial"/>
                <a:cs typeface="Arial"/>
              </a:defRPr>
            </a:lvl9pPr>
          </a:lstStyle>
          <a:p xmlns:a="http://schemas.openxmlformats.org/drawingml/2006/main">
            <a:pPr>
              <a:defRPr sz="1800" b="0">
                <a:solidFill>
                  <a:srgbClr val="A5BDC6"/>
                </a:solidFill>
                <a:latin typeface="Arial"/>
                <a:ea typeface="Arial"/>
                <a:cs typeface="Arial"/>
              </a:defRPr>
            </a:pPr>
            <a:r>
              <a:rPr sz="1800" b="0">
                <a:solidFill>
                  <a:srgbClr val="A5BDC6"/>
                </a:solidFill>
                <a:latin typeface="Arial"/>
                <a:ea typeface="Arial"/>
                <a:cs typeface="Arial"/>
              </a:rPr>
              <a:t>If hardware is unavailable, use the cleared interface screenshots and recorded evidence.</a:t>
            </a:r>
          </a:p>
        </p:txBody>
      </p:sp>
    </p:spTree>
    <p:extLst>
      <p:ext uri="{BB962C8B-B14F-4D97-AF65-F5344CB8AC3E}">
        <p14:creationId xmlns:p14="http://schemas.microsoft.com/office/powerpoint/2010/main" val="154876518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2026-10-28T10:27:49.2790000Z</dcterms:created>
  <dcterms:modified xsi:type="dcterms:W3CDTF">2026-10-28T10:27:49.2790000Z</dcterms:modified>
</coreProperties>
</file>