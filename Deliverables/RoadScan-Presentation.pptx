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6d3a98f5328472a" /><Relationship Type="http://schemas.openxmlformats.org/officeDocument/2006/relationships/extended-properties" Target="/docProps/app.xml" Id="Rdd0893524c404ff0" /><Relationship Type="http://schemas.openxmlformats.org/officeDocument/2006/relationships/officeDocument" Target="/ppt/presentation.xml" Id="R5ebacaf5dad6457c" /></Relationships>
</file>

<file path=ppt/presentation.xml><?xml version="1.0" encoding="utf-8"?>
<p:presentation xmlns:p="http://schemas.openxmlformats.org/presentationml/2006/main">
  <p:sldMasterIdLst>
    <p:sldMasterId xmlns:r="http://schemas.openxmlformats.org/officeDocument/2006/relationships" id="2147483648" r:id="Rd8d60253000a48f8"/>
  </p:sldMasterIdLst>
  <p:notesMasterIdLst>
    <p:notesMasterId xmlns:r="http://schemas.openxmlformats.org/officeDocument/2006/relationships" r:id="R7da65fbd2dc0406f"/>
  </p:notesMasterIdLst>
  <p:sldIdLst>
    <p:sldId xmlns:r="http://schemas.openxmlformats.org/officeDocument/2006/relationships" id="256" r:id="R0c0193dfd4c6449c"/>
    <p:sldId xmlns:r="http://schemas.openxmlformats.org/officeDocument/2006/relationships" id="257" r:id="R4550306fa8104748"/>
    <p:sldId xmlns:r="http://schemas.openxmlformats.org/officeDocument/2006/relationships" id="258" r:id="R6370c327e8b54496"/>
    <p:sldId xmlns:r="http://schemas.openxmlformats.org/officeDocument/2006/relationships" id="259" r:id="R25937dd607834fc7"/>
    <p:sldId xmlns:r="http://schemas.openxmlformats.org/officeDocument/2006/relationships" id="260" r:id="Rbcc69c800f8d44ac"/>
    <p:sldId xmlns:r="http://schemas.openxmlformats.org/officeDocument/2006/relationships" id="261" r:id="Rda5f328339e74dc6"/>
    <p:sldId xmlns:r="http://schemas.openxmlformats.org/officeDocument/2006/relationships" id="262" r:id="R22e16588bee24ef3"/>
    <p:sldId xmlns:r="http://schemas.openxmlformats.org/officeDocument/2006/relationships" id="263" r:id="Rb216914fdc2a4784"/>
    <p:sldId xmlns:r="http://schemas.openxmlformats.org/officeDocument/2006/relationships" id="264" r:id="R0b302fdffa7f4f84"/>
    <p:sldId xmlns:r="http://schemas.openxmlformats.org/officeDocument/2006/relationships" id="265" r:id="Re1c216ceb74e4b9d"/>
    <p:sldId xmlns:r="http://schemas.openxmlformats.org/officeDocument/2006/relationships" id="266" r:id="R320366bb71d347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3f26c14f52499b" /><Relationship Type="http://schemas.openxmlformats.org/officeDocument/2006/relationships/slideMaster" Target="/ppt/slideMasters/slideMaster1.xml" Id="Rd8d60253000a48f8" /><Relationship Type="http://schemas.openxmlformats.org/officeDocument/2006/relationships/notesMaster" Target="/ppt/notesMasters/notesMaster1.xml" Id="R7da65fbd2dc0406f" /><Relationship Type="http://schemas.openxmlformats.org/officeDocument/2006/relationships/presProps" Target="/ppt/presProps.xml" Id="R1987a5a691a9491c" /><Relationship Type="http://schemas.openxmlformats.org/officeDocument/2006/relationships/tableStyles" Target="/ppt/tableStyles.xml" Id="R8357014a9bde462d" /><Relationship Type="http://schemas.openxmlformats.org/officeDocument/2006/relationships/slide" Target="/ppt/slides/slide1.xml" Id="R0c0193dfd4c6449c" /><Relationship Type="http://schemas.openxmlformats.org/officeDocument/2006/relationships/slide" Target="/ppt/slides/slide2.xml" Id="R4550306fa8104748" /><Relationship Type="http://schemas.openxmlformats.org/officeDocument/2006/relationships/slide" Target="/ppt/slides/slide3.xml" Id="R6370c327e8b54496" /><Relationship Type="http://schemas.openxmlformats.org/officeDocument/2006/relationships/slide" Target="/ppt/slides/slide4.xml" Id="R25937dd607834fc7" /><Relationship Type="http://schemas.openxmlformats.org/officeDocument/2006/relationships/slide" Target="/ppt/slides/slide5.xml" Id="Rbcc69c800f8d44ac" /><Relationship Type="http://schemas.openxmlformats.org/officeDocument/2006/relationships/slide" Target="/ppt/slides/slide6.xml" Id="Rda5f328339e74dc6" /><Relationship Type="http://schemas.openxmlformats.org/officeDocument/2006/relationships/slide" Target="/ppt/slides/slide7.xml" Id="R22e16588bee24ef3" /><Relationship Type="http://schemas.openxmlformats.org/officeDocument/2006/relationships/slide" Target="/ppt/slides/slide8.xml" Id="Rb216914fdc2a4784" /><Relationship Type="http://schemas.openxmlformats.org/officeDocument/2006/relationships/slide" Target="/ppt/slides/slide9.xml" Id="R0b302fdffa7f4f84" /><Relationship Type="http://schemas.openxmlformats.org/officeDocument/2006/relationships/slide" Target="/ppt/slides/slide10.xml" Id="Re1c216ceb74e4b9d" /><Relationship Type="http://schemas.openxmlformats.org/officeDocument/2006/relationships/slide" Target="/ppt/slides/slide11.xml" Id="R320366bb71d347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0fbbf3ae6c4d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3fca1fb59c4a0a" /><Relationship Type="http://schemas.openxmlformats.org/officeDocument/2006/relationships/notesMaster" Target="/ppt/notesMasters/notesMaster1.xml" Id="R94931bce11bf49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323d1af6ab4c91" /><Relationship Type="http://schemas.openxmlformats.org/officeDocument/2006/relationships/notesMaster" Target="/ppt/notesMasters/notesMaster1.xml" Id="Rd508aef7be1243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0ee88dd8d9462e" /><Relationship Type="http://schemas.openxmlformats.org/officeDocument/2006/relationships/notesMaster" Target="/ppt/notesMasters/notesMaster1.xml" Id="R44e3d88c74a742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248ab7ebf544a9" /><Relationship Type="http://schemas.openxmlformats.org/officeDocument/2006/relationships/notesMaster" Target="/ppt/notesMasters/notesMaster1.xml" Id="Rbbad114ed68b42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0dcd740b374ea6" /><Relationship Type="http://schemas.openxmlformats.org/officeDocument/2006/relationships/notesMaster" Target="/ppt/notesMasters/notesMaster1.xml" Id="R455f7e90c46c42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ea59ed1b4e4472" /><Relationship Type="http://schemas.openxmlformats.org/officeDocument/2006/relationships/notesMaster" Target="/ppt/notesMasters/notesMaster1.xml" Id="R8d65acf1efdb47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44f2bedb364115" /><Relationship Type="http://schemas.openxmlformats.org/officeDocument/2006/relationships/notesMaster" Target="/ppt/notesMasters/notesMaster1.xml" Id="R46fb252d87c94e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fab30e1f964b64" /><Relationship Type="http://schemas.openxmlformats.org/officeDocument/2006/relationships/notesMaster" Target="/ppt/notesMasters/notesMaster1.xml" Id="R9c0b47f8da3b4d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f25516f90c40f0" /><Relationship Type="http://schemas.openxmlformats.org/officeDocument/2006/relationships/notesMaster" Target="/ppt/notesMasters/notesMaster1.xml" Id="R0deecd973c3141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b68c9dc29d4baf" /><Relationship Type="http://schemas.openxmlformats.org/officeDocument/2006/relationships/notesMaster" Target="/ppt/notesMasters/notesMaster1.xml" Id="Rc034756ef9c84f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fd0f25306b4fdd" /><Relationship Type="http://schemas.openxmlformats.org/officeDocument/2006/relationships/notesMaster" Target="/ppt/notesMasters/notesMaster1.xml" Id="R88d6676dcf6042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 — RoadScan helps turn a road image into a reviewable damage report. Our contribution is the complete inspection workflow: recognition, correction, repair-priority support and controlled preparation of training data. It is a capstone prototype, not structural safety certification.</a:t>
            </a:r>
          </a:p>
          <a:p xmlns:a="http://schemas.openxmlformats.org/drawingml/2006/main">
            <a:r>
              <a:t>Sources: RoadScan-Project-Report.pdf sections 1–2; OLO AIEP brief, Track A. Artwork is the current app’s illustrative road scene, not an AI prediction. Team roles are not individually assigned because contribution records have not been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 — The browser accepts a photo, camera stream or video. FastAPI validates the input and runs the selected local detector. Predictions become saved reports for human review; SQLAlchemy and SQLite retain decisions while images and model files remain in local storage. Priority and optional nearby matching support the reviewer. Only approved examples enter the export workflow.</a:t>
            </a:r>
          </a:p>
          <a:p xmlns:a="http://schemas.openxmlformats.org/drawingml/2006/main">
            <a:r>
              <a:t>Sources: RoadScan-Project-Report.pdf architecture section; Code/RoadScan/roadscan/api.py, core.py and frontend/src/App.tsx. The arrows describe the user workflow; matching is optional and training is a separate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 — This public edition substitutes owned demo review controls for an untraced road-photo example; it is not prediction evidence. The reviewer can inspect and correct boxes, record a note and choose a status. An optional vote compares separate model outputs, but a majority is not ground truth: the reviewer can use an individual model’s draft and then save the decision. Demo or synthetic records are demonstrations, not evidence of local-road accuracy.</a:t>
            </a:r>
          </a:p>
          <a:p xmlns:a="http://schemas.openxmlformats.org/drawingml/2006/main">
            <a:r>
              <a:t>Sources: Evidence/Design-2026-10-27/deployed-review-desktop.png; Docs/Live-and-Models.md; frontend/src/ModelVote.tsx and review workflow. If showing the app live, keep the original demo report unchanged or use a disposable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 — On the supplied RDD holdout, the main YOLO26s at 1024 pixels reports 63.04 percent mAP50 and 33.01 percent mAP50–95. The native chart shows per-class AP50. mAP evaluates detection across thresholds; it is not ordinary image accuracy. These are teammate-supplied results, not an independent rerun. The supplied audit reports near-duplicate leakage, so the result may be optimistic. The team’s main run reports about 41,000 training images; exact manifests are still needed.</a:t>
            </a:r>
          </a:p>
          <a:p xmlns:a="http://schemas.openxmlformats.org/drawingml/2006/main">
            <a:r>
              <a:t>Sources: Docs/Team-Models-and-Results.md; Models/RoadScan-Team-Results-2026-10-24.zip results.csv. D00=longitudinal crack, D10=transverse crack, D20=alligator crack, D40=pothole.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 — Camera mode starts analysis automatically after recognition is started, with one inference in flight at a time. It is responsive sampling rather than a promise to process every arriving camera frame. For stored video, the separate complete-frame job processes decoded frames sequentially and reports progress; it can run slower than the recording. The active model and input size affect speed. Iriun can act as a webcam, as tested by the team, but this deck makes no representative live FPS claim.</a:t>
            </a:r>
          </a:p>
          <a:p xmlns:a="http://schemas.openxmlformats.org/drawingml/2006/main">
            <a:r>
              <a:t>Sources: Docs/Live-and-Models.md; frontend/src/LiveRecognition.tsx and FullVideoAnalysis.tsx; current 27 October screenshot. Direct drone telemetry/control is not implemented; compatible footage can be submitted for experimental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 — Learning is an explicit workflow. Correct and save the report, approve the example, then export the dataset. A training tool trains a separate checkpoint. Evaluate on protected unused data before importing it and selecting Use model. Review does not silently change the deployed model, and training gains are not guaranteed. This makes each model change deliberate and reversible.</a:t>
            </a:r>
          </a:p>
          <a:p xmlns:a="http://schemas.openxmlformats.org/drawingml/2006/main">
            <a:r>
              <a:t>Sources: current Learning UI screenshot, 27 October; START-HERE.md and Live-and-Models; training export/approval code. Keep validation and test data isolated from approved training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 The current release passed 221 backend tests, 24 frontend tests and 67 browser checks; one optional backend test was skipped. These results establish software behaviour such as saving, validation and workflow controls, not road-detection accuracy. A clean source-only Docker build also passed model activation, inference and restart persistence checks. The remaining research work is to collect labeled Saudi images and real repeated-damage pairs, repair split leakage, and measure camera performance under representative conditions. Our deliverable is a working, inspectable system with documented limits.</a:t>
            </a:r>
          </a:p>
          <a:p xmlns:a="http://schemas.openxmlformats.org/drawingml/2006/main">
            <a:r>
              <a:t>Sources: Docs/For-Examiners.md; current DELIVERY-MANIFEST.json; Evidence/README-Setup-Verification-2026-10-27.json. Closing question: which validation gap should be addressed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Main training narrative: 26,869 RDD training images plus approximately 14,000 extra images; 5,758 validation and 5,758 holdout. Main training reports 120 epochs, best validation epoch 84 and 1024 px input. Extra sources include Rome potholes, HRP4K, SVRDD Beijing and web data. No original dataset manifest or verified labeled Saudi test set was supplied. Do not call any model’s filename score independent evidence.</a:t>
            </a:r>
          </a:p>
          <a:p xmlns:a="http://schemas.openxmlformats.org/drawingml/2006/main">
            <a:r>
              <a:t>Sources: Docs/Team-Models-and-Results.md and supplied split audit in Models/RoadScan-Team-Results-2026-10-24.zip.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E1 is image-presence classification on 5,758 images: ResNet18 F1 .893 / image accuracy .869; main YOLO26s F1 .929 / image accuracy .913. E2 small versus nano uses 640 px models; supplied mAP50 is 59.43% and 55.99%. These tasks and model settings must not be mixed. A synthetic CPU diagnostic is not real camera FPS.</a:t>
            </a:r>
          </a:p>
          <a:p xmlns:a="http://schemas.openxmlformats.org/drawingml/2006/main">
            <a:r>
              <a:t>Sources: e1_classifier_vs_detector.csv and results.csv in the supplied team results; Docs/Team-Models-and-Results.md.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E3 supplied mAP50: standard 59.43%, no augmentation 46.93%, vertical flip 58.48%. E4 India-only holdout is 8.86% when India is excluded from comparison training, versus 39.25% when included. This motivates local-domain evaluation; it does not establish Saudi performance. The native chart remains editable.</a:t>
            </a:r>
          </a:p>
          <a:p xmlns:a="http://schemas.openxmlformats.org/drawingml/2006/main">
            <a:r>
              <a:t>Sources: supplied E3/E4 experiment tables; Docs/Team-Models-and-Results.md.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contingency — Rehearse with a disposable demo report. Before presenting: start Docker, open the documented local address, confirm health and the intended active model, and retain this PDF. If a camera or model fails, stop trying after one bounded recovery and use screenshots; state the failure honestly. The README provides exact source-only and bundled-release steps. Optional matching requires coordinates and a DINOv2 backbone. Supplied E5 scores are simulations, not deployed duplicate accuracy. The priority sensitivity tool varies each weight ±20%; no validated engineering severity claim is made.</a:t>
            </a:r>
          </a:p>
          <a:p xmlns:a="http://schemas.openxmlformats.org/drawingml/2006/main">
            <a:r>
              <a:t>Sources: Docs/Replacement-Tools.md; Docs/Live-and-Models.md; Code/RoadScan/README.md; current priority and duplicate UI. Repository: https://github.com/Feras-MQ/RoadScan (repository visibility is documented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07fd22cba645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34bbb90b8bf443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1478d7d263a416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237ec39717d4fa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ffc42b3cebc452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026fe6ee084d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F571AB-D4C2-49EC-8944-226D5D701B1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D02CD6C-9D2A-4669-800D-21358267A52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BB3DBAD-167A-4B61-BDFC-D2560C0E167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F0578E-0AF0-4CE5-91F2-528672F270E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0ED7A04-6EF8-4D8C-82A3-23C2B981152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93803D2-6B5B-4526-820C-29B43FC161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71C635-04BA-4F1D-A0CC-F490C27B23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9BB58D9-7ABF-482F-9EF1-58227F2FCCA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0C0AF7-398F-45E8-9384-C98E9BD77F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BA1D58-2556-41EF-A2F1-4C0614D1385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b32a4dcbae4b0f" /><Relationship Type="http://schemas.openxmlformats.org/officeDocument/2006/relationships/slideLayout" Target="/ppt/slideLayouts/slideLayout1.xml" Id="R7e4fadf46b0a49e9" /><Relationship Type="http://schemas.openxmlformats.org/officeDocument/2006/relationships/slideLayout" Target="/ppt/slideLayouts/slideLayout2.xml" Id="Rbb0c898cd9834181" /><Relationship Type="http://schemas.openxmlformats.org/officeDocument/2006/relationships/slideLayout" Target="/ppt/slideLayouts/slideLayout3.xml" Id="R586f054916634c1e" /><Relationship Type="http://schemas.openxmlformats.org/officeDocument/2006/relationships/slideLayout" Target="/ppt/slideLayouts/slideLayout4.xml" Id="Rf5039eddec9c4028" /><Relationship Type="http://schemas.openxmlformats.org/officeDocument/2006/relationships/slideLayout" Target="/ppt/slideLayouts/slideLayout5.xml" Id="R6ed8d49de2874724" /><Relationship Type="http://schemas.openxmlformats.org/officeDocument/2006/relationships/slideLayout" Target="/ppt/slideLayouts/slideLayout6.xml" Id="Rc3d64c855f554c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4fadf46b0a49e9"/>
    <p:sldLayoutId xmlns:r="http://schemas.openxmlformats.org/officeDocument/2006/relationships" id="2147483650" r:id="Rbb0c898cd9834181"/>
    <p:sldLayoutId xmlns:r="http://schemas.openxmlformats.org/officeDocument/2006/relationships" id="2147483651" r:id="R586f054916634c1e"/>
    <p:sldLayoutId xmlns:r="http://schemas.openxmlformats.org/officeDocument/2006/relationships" id="2147483652" r:id="Rf5039eddec9c4028"/>
    <p:sldLayoutId xmlns:r="http://schemas.openxmlformats.org/officeDocument/2006/relationships" id="2147483653" r:id="R6ed8d49de2874724"/>
    <p:sldLayoutId xmlns:r="http://schemas.openxmlformats.org/officeDocument/2006/relationships" id="2147483654" r:id="Rc3d64c855f554c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7f18fa70b034877" /><Relationship Type="http://schemas.openxmlformats.org/officeDocument/2006/relationships/image" Target="/ppt/media/image.png" Id="R3f094bb1adcb4362" /><Relationship Type="http://schemas.openxmlformats.org/officeDocument/2006/relationships/notesSlide" Target="/ppt/notesSlides/notesSlide1.xml" Id="Rb4d20ffd525d45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e285abf77914b78" /><Relationship Type="http://schemas.openxmlformats.org/officeDocument/2006/relationships/notesSlide" Target="/ppt/notesSlides/notesSlide2.xml" Id="R75b309c9144f4f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29b044f503943e8" /><Relationship Type="http://schemas.openxmlformats.org/officeDocument/2006/relationships/image" Target="/ppt/media/image2.png" Id="Rbd19f1d2e4534d28" /><Relationship Type="http://schemas.openxmlformats.org/officeDocument/2006/relationships/notesSlide" Target="/ppt/notesSlides/notesSlide3.xml" Id="Rbe1dcf178d6348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e44be3e0f18498f" /><Relationship Type="http://schemas.openxmlformats.org/officeDocument/2006/relationships/chart" Target="/ppt/slides/charts/chart1.xml" Id="R61657d7dc63140b8" /><Relationship Type="http://schemas.openxmlformats.org/officeDocument/2006/relationships/notesSlide" Target="/ppt/notesSlides/notesSlide4.xml" Id="Rd83901155bd54c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f29bba789974b53" /><Relationship Type="http://schemas.openxmlformats.org/officeDocument/2006/relationships/image" Target="/ppt/media/image3.png" Id="Rd6d220e0511241f0" /><Relationship Type="http://schemas.openxmlformats.org/officeDocument/2006/relationships/notesSlide" Target="/ppt/notesSlides/notesSlide5.xml" Id="Rfbd1cb0d8f0d48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937f20a608d4a09" /><Relationship Type="http://schemas.openxmlformats.org/officeDocument/2006/relationships/image" Target="/ppt/media/image4.png" Id="R0ab602834a4f4833" /><Relationship Type="http://schemas.openxmlformats.org/officeDocument/2006/relationships/notesSlide" Target="/ppt/notesSlides/notesSlide6.xml" Id="R502f09c215d74f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c6c772899324526" /><Relationship Type="http://schemas.openxmlformats.org/officeDocument/2006/relationships/notesSlide" Target="/ppt/notesSlides/notesSlide7.xml" Id="Recf3c4aa32834c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954b53924e74759" /><Relationship Type="http://schemas.openxmlformats.org/officeDocument/2006/relationships/notesSlide" Target="/ppt/notesSlides/notesSlide8.xml" Id="R3cb7d161b37a4e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caed3dafc0b419d" /><Relationship Type="http://schemas.openxmlformats.org/officeDocument/2006/relationships/notesSlide" Target="/ppt/notesSlides/notesSlide9.xml" Id="R226c235e75c144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052bd8a464f42cf" /><Relationship Type="http://schemas.openxmlformats.org/officeDocument/2006/relationships/chart" Target="/ppt/slides/charts/chart2.xml" Id="Rb296c368f0474045" /><Relationship Type="http://schemas.openxmlformats.org/officeDocument/2006/relationships/notesSlide" Target="/ppt/notesSlides/notesSlide10.xml" Id="Re2a36a5ef5344d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710d87f9c69455c" /><Relationship Type="http://schemas.openxmlformats.org/officeDocument/2006/relationships/notesSlide" Target="/ppt/notesSlides/notesSlide11.xml" Id="Rbf2e50414d7d4210" /></Relationships>
</file>

<file path=ppt/slides/charts/_rels/chart1.xml.rels><Relationships xmlns="http://schemas.openxmlformats.org/package/2006/relationships"><Relationship Id="rIdChartSnapshot1" Type="http://schemas.openxmlformats.org/officeDocument/2006/relationships/package" Target="../../embeddings/chart-data-snapshot-002.xlsx"/></Relationships>
</file>

<file path=ppt/slides/charts/_rels/chart2.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ns0:chartSpace xmlns:ns0="http://schemas.openxmlformats.org/drawingml/2006/chart" xmlns:ns1="http://schemas.openxmlformats.org/drawingml/2006/main" xmlns:ns2="http://schemas.openxmlformats.org/officeDocument/2006/relationships">
  <ns0:lang val="en-US"/>
  <ns0:chart>
    <ns0:title>
      <ns0:tx>
        <ns0:rich>
          <ns1:bodyPr/>
          <ns1:lstStyle/>
          <ns1:p>
            <ns1:r>
              <ns1:rPr sz="1725">
                <ns1:solidFill>
                  <ns1:srgbClr val="52646D"/>
                </ns1:solidFill>
                <ns1:latin typeface="Arial"/>
                <ns1:ea typeface="Arial"/>
                <ns1:cs typeface="Arial"/>
              </ns1:rPr>
              <ns1:t>AP50 by class (%)</ns1:t>
            </ns1:r>
          </ns1:p>
        </ns0:rich>
      </ns0:tx>
      <ns0:overlay val="0"/>
      <ns0:txPr>
        <ns1:bodyPr anchorCtr="1"/>
        <ns1:lstStyle/>
        <ns1:p>
          <ns1:pPr>
            <ns1:defRPr sz="1725">
              <ns1:solidFill>
                <ns1:srgbClr val="52646D"/>
              </ns1:solidFill>
              <ns1:latin typeface="Arial"/>
              <ns1:ea typeface="Arial"/>
              <ns1:cs typeface="Arial"/>
            </ns1:defRPr>
          </ns1:pPr>
        </ns1:p>
      </ns0:txPr>
    </ns0:title>
    <ns0:plotArea>
      <ns0:barChart>
        <ns0:barDir val="col"/>
        <ns0:varyColors val="0"/>
        <ns0:ser>
          <ns0:idx val="0"/>
          <ns0:order val="0"/>
          <ns0:tx>
            <ns0:v>mAP50 percent</ns0:v>
          </ns0:tx>
          <ns0:spPr>
            <ns1:solidFill>
              <ns1:srgbClr val="126C73"/>
            </ns1:solidFill>
          </ns0:spPr>
          <ns0:invertIfNegative val="0"/>
          <ns0:cat>
            <ns0:strRef>
              <ns0:f>'Chart Data'!$A$2:$A$5</ns0:f>
              <ns0:strCache>
                <ns0:ptCount val="4"/>
                <ns0:pt idx="0">
                  <ns0:v>D00</ns0:v>
                </ns0:pt>
                <ns0:pt idx="1">
                  <ns0:v>D10</ns0:v>
                </ns0:pt>
                <ns0:pt idx="2">
                  <ns0:v>D20</ns0:v>
                </ns0:pt>
                <ns0:pt idx="3">
                  <ns0:v>D40</ns0:v>
                </ns0:pt>
              </ns0:strCache>
            </ns0:strRef>
          </ns0:cat>
          <ns0:val>
            <ns0:numRef>
              <ns0:f>'Chart Data'!$B$2:$B$5</ns0:f>
              <ns0:numCache>
                <ns0:formatCode>General</ns0:formatCode>
                <ns0:ptCount val="4"/>
                <ns0:pt idx="0">
                  <ns0:v>63.55</ns0:v>
                </ns0:pt>
                <ns0:pt idx="1">
                  <ns0:v>62.52</ns0:v>
                </ns0:pt>
                <ns0:pt idx="2">
                  <ns0:v>69.9</ns0:v>
                </ns0:pt>
                <ns0:pt idx="3">
                  <ns0:v>56.19</ns0:v>
                </ns0:pt>
              </ns0:numCache>
            </ns0:numRef>
          </ns0:val>
        </ns0:ser>
        <ns0:dLbls>
          <ns0:txPr>
            <ns1:bodyPr anchorCtr="1"/>
            <ns1:lstStyle/>
            <ns1:p>
              <ns1:pPr>
                <ns1:defRPr sz="1575">
                  <ns1:solidFill>
                    <ns1:srgbClr val="122631"/>
                  </ns1:solidFill>
                  <ns1:latin typeface="Arial"/>
                  <ns1:ea typeface="Arial"/>
                  <ns1:cs typeface="Arial"/>
                </ns1:defRPr>
              </ns1:pPr>
            </ns1:p>
          </ns0:txPr>
          <ns0:dLblPos val="outEnd"/>
          <ns0:showLegendKey val="0"/>
          <ns0:showVal val="1"/>
          <ns0:showCatName val="0"/>
          <ns0:showSerName val="0"/>
          <ns0:showPercent val="0"/>
          <ns0:showBubbleSize val="0"/>
          <ns0:showLeaderLines val="0"/>
        </ns0:dLbls>
        <ns0:axId val="48650112"/>
        <ns0:axId val="48672768"/>
      </ns0:barChart>
      <ns0:catAx>
        <ns0:axId val="48650112"/>
        <ns0:scaling>
          <ns0:orientation val="minMax"/>
        </ns0:scaling>
        <ns0:delete val="0"/>
        <ns0:axPos val="b"/>
        <ns0:numFmt formatCode="General"/>
        <ns0:majorTickMark val="none"/>
        <ns0:minorTickMark val="none"/>
        <ns0:spPr>
          <ns1:ln w="9525">
            <ns1:solidFill>
              <ns1:srgbClr val="D4D4D4"/>
            </ns1:solidFill>
            <ns1:prstDash val="solid"/>
          </ns1:ln>
        </ns0:spPr>
        <ns0:txPr>
          <ns1:bodyPr anchorCtr="1"/>
          <ns1:lstStyle/>
          <ns1:p>
            <ns1:pPr>
              <ns1:defRPr sz="1500">
                <ns1:solidFill>
                  <ns1:srgbClr val="122631"/>
                </ns1:solidFill>
                <ns1:latin typeface="Arial"/>
                <ns1:ea typeface="Arial"/>
                <ns1:cs typeface="Arial"/>
              </ns1:defRPr>
            </ns1:pPr>
          </ns1:p>
        </ns0:txPr>
        <ns0:crossAx val="48672768"/>
      </ns0:catAx>
      <ns0:valAx>
        <ns0:axId val="48672768"/>
        <ns0:scaling>
          <ns0:orientation val="minMax"/>
          <ns0:max val="80"/>
          <ns0:min val="0"/>
        </ns0:scaling>
        <ns0:delete val="0"/>
        <ns0:axPos val="l"/>
        <ns0:majorGridlines>
          <ns0:spPr>
            <ns1:ln w="9525">
              <ns1:solidFill>
                <ns1:srgbClr val="DBE4E8"/>
              </ns1:solidFill>
              <ns1:prstDash val="solid"/>
            </ns1:ln>
          </ns0:spPr>
        </ns0:majorGridlines>
        <ns0:numFmt formatCode="General"/>
        <ns0:majorTickMark val="none"/>
        <ns0:minorTickMark val="none"/>
        <ns0:spPr>
          <ns1:ln w="9525">
            <ns1:solidFill>
              <ns1:srgbClr val="D4D4D4"/>
            </ns1:solidFill>
            <ns1:prstDash val="solid"/>
          </ns1:ln>
        </ns0:spPr>
        <ns0:txPr>
          <ns1:bodyPr anchorCtr="1"/>
          <ns1:lstStyle/>
          <ns1:p>
            <ns1:pPr>
              <ns1:defRPr sz="1425">
                <ns1:solidFill>
                  <ns1:srgbClr val="52646D"/>
                </ns1:solidFill>
                <ns1:latin typeface="Arial"/>
                <ns1:ea typeface="Arial"/>
                <ns1:cs typeface="Arial"/>
              </ns1:defRPr>
            </ns1:pPr>
          </ns1:p>
        </ns0:txPr>
        <ns0:crossAx val="48650112"/>
        <ns0:crossBetween val="between"/>
      </ns0:valAx>
    </ns0:plotArea>
    <ns0:plotVisOnly val="1"/>
  </ns0:chart>
  <ns0:externalData ns2:id="rIdChartSnapshot1">
    <ns0:autoUpdate val="0"/>
  </ns0:externalData>
</ns0:chartSpace>
</file>

<file path=ppt/slides/charts/chart2.xml><?xml version="1.0" encoding="utf-8"?>
<ns0:chartSpace xmlns:ns0="http://schemas.openxmlformats.org/drawingml/2006/chart" xmlns:ns1="http://schemas.openxmlformats.org/drawingml/2006/main" xmlns:ns2="http://schemas.openxmlformats.org/officeDocument/2006/relationships">
  <ns0:lang val="en-US"/>
  <ns0:chart>
    <ns0:title>
      <ns0:tx>
        <ns0:rich>
          <ns1:bodyPr/>
          <ns1:lstStyle/>
          <ns1:p>
            <ns1:r>
              <ns1:rPr sz="1725">
                <ns1:solidFill>
                  <ns1:srgbClr val="52646D"/>
                </ns1:solidFill>
                <ns1:latin typeface="Arial"/>
                <ns1:ea typeface="Arial"/>
                <ns1:cs typeface="Arial"/>
              </ns1:rPr>
              <ns1:t>mAP50 (%)</ns1:t>
            </ns1:r>
          </ns1:p>
        </ns0:rich>
      </ns0:tx>
      <ns0:overlay val="0"/>
      <ns0:txPr>
        <ns1:bodyPr anchorCtr="1"/>
        <ns1:lstStyle/>
        <ns1:p>
          <ns1:pPr>
            <ns1:defRPr sz="1725">
              <ns1:solidFill>
                <ns1:srgbClr val="52646D"/>
              </ns1:solidFill>
              <ns1:latin typeface="Arial"/>
              <ns1:ea typeface="Arial"/>
              <ns1:cs typeface="Arial"/>
            </ns1:defRPr>
          </ns1:pPr>
        </ns1:p>
      </ns0:txPr>
    </ns0:title>
    <ns0:plotArea>
      <ns0:barChart>
        <ns0:barDir val="col"/>
        <ns0:varyColors val="0"/>
        <ns0:ser>
          <ns0:idx val="0"/>
          <ns0:order val="0"/>
          <ns0:tx>
            <ns0:v>mAP50 percent</ns0:v>
          </ns0:tx>
          <ns0:spPr>
            <ns1:solidFill>
              <ns1:srgbClr val="126C73"/>
            </ns1:solidFill>
          </ns0:spPr>
          <ns0:invertIfNegative val="0"/>
          <ns0:cat>
            <ns0:strRef>
              <ns0:f>'Chart Data'!$A$2:$A$4</ns0:f>
              <ns0:strCache>
                <ns0:ptCount val="3"/>
                <ns0:pt idx="0">
                  <ns0:v>Standard</ns0:v>
                </ns0:pt>
                <ns0:pt idx="1">
                  <ns0:v>No augmentation</ns0:v>
                </ns0:pt>
                <ns0:pt idx="2">
                  <ns0:v>Vertical flip</ns0:v>
                </ns0:pt>
              </ns0:strCache>
            </ns0:strRef>
          </ns0:cat>
          <ns0:val>
            <ns0:numRef>
              <ns0:f>'Chart Data'!$B$2:$B$4</ns0:f>
              <ns0:numCache>
                <ns0:formatCode>General</ns0:formatCode>
                <ns0:ptCount val="3"/>
                <ns0:pt idx="0">
                  <ns0:v>59.43</ns0:v>
                </ns0:pt>
                <ns0:pt idx="1">
                  <ns0:v>46.93</ns0:v>
                </ns0:pt>
                <ns0:pt idx="2">
                  <ns0:v>58.48</ns0:v>
                </ns0:pt>
              </ns0:numCache>
            </ns0:numRef>
          </ns0:val>
        </ns0:ser>
        <ns0:dLbls>
          <ns0:txPr>
            <ns1:bodyPr anchorCtr="1"/>
            <ns1:lstStyle/>
            <ns1:p>
              <ns1:pPr>
                <ns1:defRPr sz="1575">
                  <ns1:solidFill>
                    <ns1:srgbClr val="122631"/>
                  </ns1:solidFill>
                  <ns1:latin typeface="Arial"/>
                  <ns1:ea typeface="Arial"/>
                  <ns1:cs typeface="Arial"/>
                </ns1:defRPr>
              </ns1:pPr>
            </ns1:p>
          </ns0:txPr>
          <ns0:dLblPos val="outEnd"/>
          <ns0:showLegendKey val="0"/>
          <ns0:showVal val="1"/>
          <ns0:showCatName val="0"/>
          <ns0:showSerName val="0"/>
          <ns0:showPercent val="0"/>
          <ns0:showBubbleSize val="0"/>
          <ns0:showLeaderLines val="0"/>
        </ns0:dLbls>
        <ns0:axId val="48650112"/>
        <ns0:axId val="48672768"/>
      </ns0:barChart>
      <ns0:catAx>
        <ns0:axId val="48650112"/>
        <ns0:scaling>
          <ns0:orientation val="minMax"/>
        </ns0:scaling>
        <ns0:delete val="0"/>
        <ns0:axPos val="b"/>
        <ns0:numFmt formatCode="General"/>
        <ns0:majorTickMark val="none"/>
        <ns0:minorTickMark val="none"/>
        <ns0:spPr>
          <ns1:ln w="9525">
            <ns1:solidFill>
              <ns1:srgbClr val="D4D4D4"/>
            </ns1:solidFill>
            <ns1:prstDash val="solid"/>
          </ns1:ln>
        </ns0:spPr>
        <ns0:txPr>
          <ns1:bodyPr anchorCtr="1"/>
          <ns1:lstStyle/>
          <ns1:p>
            <ns1:pPr>
              <ns1:defRPr sz="1500">
                <ns1:solidFill>
                  <ns1:srgbClr val="122631"/>
                </ns1:solidFill>
                <ns1:latin typeface="Arial"/>
                <ns1:ea typeface="Arial"/>
                <ns1:cs typeface="Arial"/>
              </ns1:defRPr>
            </ns1:pPr>
          </ns1:p>
        </ns0:txPr>
        <ns0:crossAx val="48672768"/>
      </ns0:catAx>
      <ns0:valAx>
        <ns0:axId val="48672768"/>
        <ns0:scaling>
          <ns0:orientation val="minMax"/>
          <ns0:max val="80"/>
          <ns0:min val="0"/>
        </ns0:scaling>
        <ns0:delete val="0"/>
        <ns0:axPos val="l"/>
        <ns0:majorGridlines>
          <ns0:spPr>
            <ns1:ln w="9525">
              <ns1:solidFill>
                <ns1:srgbClr val="DBE4E8"/>
              </ns1:solidFill>
              <ns1:prstDash val="solid"/>
            </ns1:ln>
          </ns0:spPr>
        </ns0:majorGridlines>
        <ns0:numFmt formatCode="General"/>
        <ns0:majorTickMark val="none"/>
        <ns0:minorTickMark val="none"/>
        <ns0:spPr>
          <ns1:ln w="9525">
            <ns1:solidFill>
              <ns1:srgbClr val="D4D4D4"/>
            </ns1:solidFill>
            <ns1:prstDash val="solid"/>
          </ns1:ln>
        </ns0:spPr>
        <ns0:txPr>
          <ns1:bodyPr anchorCtr="1"/>
          <ns1:lstStyle/>
          <ns1:p>
            <ns1:pPr>
              <ns1:defRPr sz="1425">
                <ns1:solidFill>
                  <ns1:srgbClr val="52646D"/>
                </ns1:solidFill>
                <ns1:latin typeface="Arial"/>
                <ns1:ea typeface="Arial"/>
                <ns1:cs typeface="Arial"/>
              </ns1:defRPr>
            </ns1:pPr>
          </ns1:p>
        </ns0:txPr>
        <ns0:crossAx val="48650112"/>
        <ns0:crossBetween val="between"/>
      </ns0:valAx>
    </ns0:plotArea>
    <ns0:plotVisOnly val="1"/>
  </ns0:chart>
  <ns0:externalData ns2:id="rIdChartSnapshot1">
    <ns0:autoUpdate val="0"/>
  </ns0:externalData>
</ns0:chartSpace>
</file>

<file path=ppt/slides/slide1.xml><?xml version="1.0" encoding="utf-8"?>
<p:sld xmlns:p="http://schemas.openxmlformats.org/presentationml/2006/main">
  <p:cSld>
    <p:bg>
      <p:bgPr>
        <a:solidFill xmlns:a="http://schemas.openxmlformats.org/drawingml/2006/main">
          <a:srgbClr val="10242F"/>
        </a:solidFill>
      </p:bgPr>
    </p:bg>
    <p:spTree>
      <p:nvGrpSpPr>
        <p:cNvPr id="1" name=""/>
        <p:cNvGrpSpPr/>
        <p:nvPr/>
      </p:nvGrpSpPr>
      <p:grpSpPr>
        <a:xfrm xmlns:a="http://schemas.openxmlformats.org/drawingml/2006/main"/>
      </p:grpSpPr>
      <p:sp>
        <p:nvSpPr>
          <p:cNvPr id="8" name="RoadScan">
            <a:extLst xmlns:a="http://schemas.openxmlformats.org/drawingml/2006/main">
              <a:ext uri="{FF2B5EF4-FFF2-40B4-BE49-F238E27FC236}">
                <a16:creationId xmlns:a16="http://schemas.microsoft.com/office/drawing/2014/main" id="{4D896FA8-2E84-445D-873B-D03538F28508}"/>
              </a:ext>
            </a:extLst>
          </p:cNvPr>
          <p:cNvSpPr>
            <a:spLocks xmlns:a="http://schemas.openxmlformats.org/drawingml/2006/main" noGrp="1"/>
          </p:cNvSpPr>
          <p:nvPr/>
        </p:nvSpPr>
        <p:spPr>
          <a:xfrm xmlns:a="http://schemas.openxmlformats.org/drawingml/2006/main">
            <a:off x="609600" y="590550"/>
            <a:ext cx="5429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450" b="1">
                <a:solidFill>
                  <a:srgbClr val="FFFFFF"/>
                </a:solidFill>
                <a:latin typeface="Arial"/>
                <a:ea typeface="Arial"/>
                <a:cs typeface="Arial"/>
              </a:defRPr>
            </a:defPPr>
            <a:lvl1pPr>
              <a:defRPr sz="6450" b="1">
                <a:solidFill>
                  <a:srgbClr val="FFFFFF"/>
                </a:solidFill>
                <a:latin typeface="Arial"/>
                <a:ea typeface="Arial"/>
                <a:cs typeface="Arial"/>
              </a:defRPr>
            </a:lvl1pPr>
            <a:lvl2pPr>
              <a:defRPr sz="6450" b="1">
                <a:solidFill>
                  <a:srgbClr val="FFFFFF"/>
                </a:solidFill>
                <a:latin typeface="Arial"/>
                <a:ea typeface="Arial"/>
                <a:cs typeface="Arial"/>
              </a:defRPr>
            </a:lvl2pPr>
            <a:lvl3pPr>
              <a:defRPr sz="6450" b="1">
                <a:solidFill>
                  <a:srgbClr val="FFFFFF"/>
                </a:solidFill>
                <a:latin typeface="Arial"/>
                <a:ea typeface="Arial"/>
                <a:cs typeface="Arial"/>
              </a:defRPr>
            </a:lvl3pPr>
            <a:lvl4pPr>
              <a:defRPr sz="6450" b="1">
                <a:solidFill>
                  <a:srgbClr val="FFFFFF"/>
                </a:solidFill>
                <a:latin typeface="Arial"/>
                <a:ea typeface="Arial"/>
                <a:cs typeface="Arial"/>
              </a:defRPr>
            </a:lvl4pPr>
            <a:lvl5pPr>
              <a:defRPr sz="6450" b="1">
                <a:solidFill>
                  <a:srgbClr val="FFFFFF"/>
                </a:solidFill>
                <a:latin typeface="Arial"/>
                <a:ea typeface="Arial"/>
                <a:cs typeface="Arial"/>
              </a:defRPr>
            </a:lvl5pPr>
            <a:lvl6pPr>
              <a:defRPr sz="6450" b="1">
                <a:solidFill>
                  <a:srgbClr val="FFFFFF"/>
                </a:solidFill>
                <a:latin typeface="Arial"/>
                <a:ea typeface="Arial"/>
                <a:cs typeface="Arial"/>
              </a:defRPr>
            </a:lvl6pPr>
            <a:lvl7pPr>
              <a:defRPr sz="6450" b="1">
                <a:solidFill>
                  <a:srgbClr val="FFFFFF"/>
                </a:solidFill>
                <a:latin typeface="Arial"/>
                <a:ea typeface="Arial"/>
                <a:cs typeface="Arial"/>
              </a:defRPr>
            </a:lvl7pPr>
            <a:lvl8pPr>
              <a:defRPr sz="6450" b="1">
                <a:solidFill>
                  <a:srgbClr val="FFFFFF"/>
                </a:solidFill>
                <a:latin typeface="Arial"/>
                <a:ea typeface="Arial"/>
                <a:cs typeface="Arial"/>
              </a:defRPr>
            </a:lvl8pPr>
            <a:lvl9pPr>
              <a:defRPr sz="6450" b="1">
                <a:solidFill>
                  <a:srgbClr val="FFFFFF"/>
                </a:solidFill>
                <a:latin typeface="Arial"/>
                <a:ea typeface="Arial"/>
                <a:cs typeface="Arial"/>
              </a:defRPr>
            </a:lvl9pPr>
          </a:lstStyle>
          <a:p xmlns:a="http://schemas.openxmlformats.org/drawingml/2006/main">
            <a:pPr>
              <a:defRPr sz="6450" b="1">
                <a:solidFill>
                  <a:srgbClr val="FFFFFF"/>
                </a:solidFill>
                <a:latin typeface="Arial"/>
                <a:ea typeface="Arial"/>
                <a:cs typeface="Arial"/>
              </a:defRPr>
            </a:pPr>
            <a:r>
              <a:rPr sz="6450" b="1">
                <a:solidFill>
                  <a:srgbClr val="FFFFFF"/>
                </a:solidFill>
                <a:latin typeface="Arial"/>
                <a:ea typeface="Arial"/>
                <a:cs typeface="Arial"/>
              </a:rPr>
              <a:t>RoadScan</a:t>
            </a:r>
          </a:p>
        </p:txBody>
      </p:sp>
      <p:sp>
        <p:nvSpPr>
          <p:cNvPr id="2" name="Road damage recognition">
            <a:extLst xmlns:a="http://schemas.openxmlformats.org/drawingml/2006/main">
              <a:ext uri="{FF2B5EF4-FFF2-40B4-BE49-F238E27FC236}">
                <a16:creationId xmlns:a16="http://schemas.microsoft.com/office/drawing/2014/main" id="{1D1BE898-CD4F-41C6-9F10-ECFA5D05D912}"/>
              </a:ext>
            </a:extLst>
          </p:cNvPr>
          <p:cNvSpPr>
            <a:spLocks xmlns:a="http://schemas.openxmlformats.org/drawingml/2006/main" noGrp="1"/>
          </p:cNvSpPr>
          <p:nvPr/>
        </p:nvSpPr>
        <p:spPr>
          <a:xfrm xmlns:a="http://schemas.openxmlformats.org/drawingml/2006/main">
            <a:off x="647700" y="1790700"/>
            <a:ext cx="5334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D9F56B"/>
                </a:solidFill>
                <a:latin typeface="Arial"/>
                <a:ea typeface="Arial"/>
                <a:cs typeface="Arial"/>
              </a:defRPr>
            </a:defPPr>
            <a:lvl1pPr>
              <a:defRPr sz="3150" b="1">
                <a:solidFill>
                  <a:srgbClr val="D9F56B"/>
                </a:solidFill>
                <a:latin typeface="Arial"/>
                <a:ea typeface="Arial"/>
                <a:cs typeface="Arial"/>
              </a:defRPr>
            </a:lvl1pPr>
            <a:lvl2pPr>
              <a:defRPr sz="3150" b="1">
                <a:solidFill>
                  <a:srgbClr val="D9F56B"/>
                </a:solidFill>
                <a:latin typeface="Arial"/>
                <a:ea typeface="Arial"/>
                <a:cs typeface="Arial"/>
              </a:defRPr>
            </a:lvl2pPr>
            <a:lvl3pPr>
              <a:defRPr sz="3150" b="1">
                <a:solidFill>
                  <a:srgbClr val="D9F56B"/>
                </a:solidFill>
                <a:latin typeface="Arial"/>
                <a:ea typeface="Arial"/>
                <a:cs typeface="Arial"/>
              </a:defRPr>
            </a:lvl3pPr>
            <a:lvl4pPr>
              <a:defRPr sz="3150" b="1">
                <a:solidFill>
                  <a:srgbClr val="D9F56B"/>
                </a:solidFill>
                <a:latin typeface="Arial"/>
                <a:ea typeface="Arial"/>
                <a:cs typeface="Arial"/>
              </a:defRPr>
            </a:lvl4pPr>
            <a:lvl5pPr>
              <a:defRPr sz="3150" b="1">
                <a:solidFill>
                  <a:srgbClr val="D9F56B"/>
                </a:solidFill>
                <a:latin typeface="Arial"/>
                <a:ea typeface="Arial"/>
                <a:cs typeface="Arial"/>
              </a:defRPr>
            </a:lvl5pPr>
            <a:lvl6pPr>
              <a:defRPr sz="3150" b="1">
                <a:solidFill>
                  <a:srgbClr val="D9F56B"/>
                </a:solidFill>
                <a:latin typeface="Arial"/>
                <a:ea typeface="Arial"/>
                <a:cs typeface="Arial"/>
              </a:defRPr>
            </a:lvl6pPr>
            <a:lvl7pPr>
              <a:defRPr sz="3150" b="1">
                <a:solidFill>
                  <a:srgbClr val="D9F56B"/>
                </a:solidFill>
                <a:latin typeface="Arial"/>
                <a:ea typeface="Arial"/>
                <a:cs typeface="Arial"/>
              </a:defRPr>
            </a:lvl7pPr>
            <a:lvl8pPr>
              <a:defRPr sz="3150" b="1">
                <a:solidFill>
                  <a:srgbClr val="D9F56B"/>
                </a:solidFill>
                <a:latin typeface="Arial"/>
                <a:ea typeface="Arial"/>
                <a:cs typeface="Arial"/>
              </a:defRPr>
            </a:lvl8pPr>
            <a:lvl9pPr>
              <a:defRPr sz="3150" b="1">
                <a:solidFill>
                  <a:srgbClr val="D9F56B"/>
                </a:solidFill>
                <a:latin typeface="Arial"/>
                <a:ea typeface="Arial"/>
                <a:cs typeface="Arial"/>
              </a:defRPr>
            </a:lvl9pPr>
          </a:lstStyle>
          <a:p xmlns:a="http://schemas.openxmlformats.org/drawingml/2006/main">
            <a:pPr>
              <a:defRPr sz="3150" b="1">
                <a:solidFill>
                  <a:srgbClr val="D9F56B"/>
                </a:solidFill>
                <a:latin typeface="Arial"/>
                <a:ea typeface="Arial"/>
                <a:cs typeface="Arial"/>
              </a:defRPr>
            </a:pPr>
            <a:r>
              <a:rPr sz="3150" b="1">
                <a:solidFill>
                  <a:srgbClr val="D9F56B"/>
                </a:solidFill>
                <a:latin typeface="Arial"/>
                <a:ea typeface="Arial"/>
                <a:cs typeface="Arial"/>
              </a:rPr>
              <a:t>Road damage recognition</a:t>
            </a:r>
          </a:p>
          <a:p xmlns:a="http://schemas.openxmlformats.org/drawingml/2006/main">
            <a:pPr>
              <a:defRPr sz="3150" b="1">
                <a:solidFill>
                  <a:srgbClr val="D9F56B"/>
                </a:solidFill>
                <a:latin typeface="Arial"/>
                <a:ea typeface="Arial"/>
                <a:cs typeface="Arial"/>
              </a:defRPr>
            </a:pPr>
            <a:r>
              <a:rPr sz="3150" b="1">
                <a:solidFill>
                  <a:srgbClr val="D9F56B"/>
                </a:solidFill>
                <a:latin typeface="Arial"/>
                <a:ea typeface="Arial"/>
                <a:cs typeface="Arial"/>
              </a:rPr>
              <a:t>with human review</a:t>
            </a:r>
          </a:p>
        </p:txBody>
      </p:sp>
      <p:sp>
        <p:nvSpPr>
          <p:cNvPr id="3" name="Locate visible damage.">
            <a:extLst xmlns:a="http://schemas.openxmlformats.org/drawingml/2006/main">
              <a:ext uri="{FF2B5EF4-FFF2-40B4-BE49-F238E27FC236}">
                <a16:creationId xmlns:a16="http://schemas.microsoft.com/office/drawing/2014/main" id="{D814DCAA-BF38-41F8-998A-F8A2A5FB45E4}"/>
              </a:ext>
            </a:extLst>
          </p:cNvPr>
          <p:cNvSpPr>
            <a:spLocks xmlns:a="http://schemas.openxmlformats.org/drawingml/2006/main" noGrp="1"/>
          </p:cNvSpPr>
          <p:nvPr/>
        </p:nvSpPr>
        <p:spPr>
          <a:xfrm xmlns:a="http://schemas.openxmlformats.org/drawingml/2006/main">
            <a:off x="647700" y="3476625"/>
            <a:ext cx="48101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FFFFFF"/>
                </a:solidFill>
                <a:latin typeface="Arial"/>
                <a:ea typeface="Arial"/>
                <a:cs typeface="Arial"/>
              </a:defRPr>
            </a:defPPr>
            <a:lvl1pPr>
              <a:defRPr sz="2250" b="0">
                <a:solidFill>
                  <a:srgbClr val="FFFFFF"/>
                </a:solidFill>
                <a:latin typeface="Arial"/>
                <a:ea typeface="Arial"/>
                <a:cs typeface="Arial"/>
              </a:defRPr>
            </a:lvl1pPr>
            <a:lvl2pPr>
              <a:defRPr sz="2250" b="0">
                <a:solidFill>
                  <a:srgbClr val="FFFFFF"/>
                </a:solidFill>
                <a:latin typeface="Arial"/>
                <a:ea typeface="Arial"/>
                <a:cs typeface="Arial"/>
              </a:defRPr>
            </a:lvl2pPr>
            <a:lvl3pPr>
              <a:defRPr sz="2250" b="0">
                <a:solidFill>
                  <a:srgbClr val="FFFFFF"/>
                </a:solidFill>
                <a:latin typeface="Arial"/>
                <a:ea typeface="Arial"/>
                <a:cs typeface="Arial"/>
              </a:defRPr>
            </a:lvl3pPr>
            <a:lvl4pPr>
              <a:defRPr sz="2250" b="0">
                <a:solidFill>
                  <a:srgbClr val="FFFFFF"/>
                </a:solidFill>
                <a:latin typeface="Arial"/>
                <a:ea typeface="Arial"/>
                <a:cs typeface="Arial"/>
              </a:defRPr>
            </a:lvl4pPr>
            <a:lvl5pPr>
              <a:defRPr sz="2250" b="0">
                <a:solidFill>
                  <a:srgbClr val="FFFFFF"/>
                </a:solidFill>
                <a:latin typeface="Arial"/>
                <a:ea typeface="Arial"/>
                <a:cs typeface="Arial"/>
              </a:defRPr>
            </a:lvl5pPr>
            <a:lvl6pPr>
              <a:defRPr sz="2250" b="0">
                <a:solidFill>
                  <a:srgbClr val="FFFFFF"/>
                </a:solidFill>
                <a:latin typeface="Arial"/>
                <a:ea typeface="Arial"/>
                <a:cs typeface="Arial"/>
              </a:defRPr>
            </a:lvl6pPr>
            <a:lvl7pPr>
              <a:defRPr sz="2250" b="0">
                <a:solidFill>
                  <a:srgbClr val="FFFFFF"/>
                </a:solidFill>
                <a:latin typeface="Arial"/>
                <a:ea typeface="Arial"/>
                <a:cs typeface="Arial"/>
              </a:defRPr>
            </a:lvl7pPr>
            <a:lvl8pPr>
              <a:defRPr sz="2250" b="0">
                <a:solidFill>
                  <a:srgbClr val="FFFFFF"/>
                </a:solidFill>
                <a:latin typeface="Arial"/>
                <a:ea typeface="Arial"/>
                <a:cs typeface="Arial"/>
              </a:defRPr>
            </a:lvl8pPr>
            <a:lvl9pPr>
              <a:defRPr sz="2250" b="0">
                <a:solidFill>
                  <a:srgbClr val="FFFFFF"/>
                </a:solidFill>
                <a:latin typeface="Arial"/>
                <a:ea typeface="Arial"/>
                <a:cs typeface="Arial"/>
              </a:defRPr>
            </a:lvl9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Locate visible damage.</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Review the evidence.</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Prioritize follow-up.</a:t>
            </a:r>
          </a:p>
        </p:txBody>
      </p:sp>
      <p:sp>
        <p:nvSpPr>
          <p:cNvPr id="4" name="Feras Alyamani · Ahmed Salamah">
            <a:extLst xmlns:a="http://schemas.openxmlformats.org/drawingml/2006/main">
              <a:ext uri="{FF2B5EF4-FFF2-40B4-BE49-F238E27FC236}">
                <a16:creationId xmlns:a16="http://schemas.microsoft.com/office/drawing/2014/main" id="{D056ABBA-45ED-4A2B-887E-EEAFF36C3B7F}"/>
              </a:ext>
            </a:extLst>
          </p:cNvPr>
          <p:cNvSpPr>
            <a:spLocks xmlns:a="http://schemas.openxmlformats.org/drawingml/2006/main" noGrp="1"/>
          </p:cNvSpPr>
          <p:nvPr/>
        </p:nvSpPr>
        <p:spPr>
          <a:xfrm xmlns:a="http://schemas.openxmlformats.org/drawingml/2006/main">
            <a:off x="647700" y="5353050"/>
            <a:ext cx="5286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BDD0D9"/>
                </a:solidFill>
                <a:latin typeface="Arial"/>
                <a:ea typeface="Arial"/>
                <a:cs typeface="Arial"/>
              </a:defRPr>
            </a:defPPr>
            <a:lvl1pPr>
              <a:defRPr sz="1725" b="0">
                <a:solidFill>
                  <a:srgbClr val="BDD0D9"/>
                </a:solidFill>
                <a:latin typeface="Arial"/>
                <a:ea typeface="Arial"/>
                <a:cs typeface="Arial"/>
              </a:defRPr>
            </a:lvl1pPr>
            <a:lvl2pPr>
              <a:defRPr sz="1725" b="0">
                <a:solidFill>
                  <a:srgbClr val="BDD0D9"/>
                </a:solidFill>
                <a:latin typeface="Arial"/>
                <a:ea typeface="Arial"/>
                <a:cs typeface="Arial"/>
              </a:defRPr>
            </a:lvl2pPr>
            <a:lvl3pPr>
              <a:defRPr sz="1725" b="0">
                <a:solidFill>
                  <a:srgbClr val="BDD0D9"/>
                </a:solidFill>
                <a:latin typeface="Arial"/>
                <a:ea typeface="Arial"/>
                <a:cs typeface="Arial"/>
              </a:defRPr>
            </a:lvl3pPr>
            <a:lvl4pPr>
              <a:defRPr sz="1725" b="0">
                <a:solidFill>
                  <a:srgbClr val="BDD0D9"/>
                </a:solidFill>
                <a:latin typeface="Arial"/>
                <a:ea typeface="Arial"/>
                <a:cs typeface="Arial"/>
              </a:defRPr>
            </a:lvl4pPr>
            <a:lvl5pPr>
              <a:defRPr sz="1725" b="0">
                <a:solidFill>
                  <a:srgbClr val="BDD0D9"/>
                </a:solidFill>
                <a:latin typeface="Arial"/>
                <a:ea typeface="Arial"/>
                <a:cs typeface="Arial"/>
              </a:defRPr>
            </a:lvl5pPr>
            <a:lvl6pPr>
              <a:defRPr sz="1725" b="0">
                <a:solidFill>
                  <a:srgbClr val="BDD0D9"/>
                </a:solidFill>
                <a:latin typeface="Arial"/>
                <a:ea typeface="Arial"/>
                <a:cs typeface="Arial"/>
              </a:defRPr>
            </a:lvl6pPr>
            <a:lvl7pPr>
              <a:defRPr sz="1725" b="0">
                <a:solidFill>
                  <a:srgbClr val="BDD0D9"/>
                </a:solidFill>
                <a:latin typeface="Arial"/>
                <a:ea typeface="Arial"/>
                <a:cs typeface="Arial"/>
              </a:defRPr>
            </a:lvl7pPr>
            <a:lvl8pPr>
              <a:defRPr sz="1725" b="0">
                <a:solidFill>
                  <a:srgbClr val="BDD0D9"/>
                </a:solidFill>
                <a:latin typeface="Arial"/>
                <a:ea typeface="Arial"/>
                <a:cs typeface="Arial"/>
              </a:defRPr>
            </a:lvl8pPr>
            <a:lvl9pPr>
              <a:defRPr sz="1725" b="0">
                <a:solidFill>
                  <a:srgbClr val="BDD0D9"/>
                </a:solidFill>
                <a:latin typeface="Arial"/>
                <a:ea typeface="Arial"/>
                <a:cs typeface="Arial"/>
              </a:defRPr>
            </a:lvl9pPr>
          </a:lstStyle>
          <a:p xmlns:a="http://schemas.openxmlformats.org/drawingml/2006/main">
            <a:pPr>
              <a:defRPr sz="1725" b="0">
                <a:solidFill>
                  <a:srgbClr val="BDD0D9"/>
                </a:solidFill>
                <a:latin typeface="Arial"/>
                <a:ea typeface="Arial"/>
                <a:cs typeface="Arial"/>
              </a:defRPr>
            </a:pPr>
            <a:r>
              <a:rPr sz="1725" b="0">
                <a:solidFill>
                  <a:srgbClr val="BDD0D9"/>
                </a:solidFill>
                <a:latin typeface="Arial"/>
                <a:ea typeface="Arial"/>
                <a:cs typeface="Arial"/>
              </a:rPr>
              <a:t>Feras Alyamani · Ahmed Salamah</a:t>
            </a:r>
          </a:p>
          <a:p xmlns:a="http://schemas.openxmlformats.org/drawingml/2006/main">
            <a:pPr>
              <a:defRPr sz="1725" b="0">
                <a:solidFill>
                  <a:srgbClr val="BDD0D9"/>
                </a:solidFill>
                <a:latin typeface="Arial"/>
                <a:ea typeface="Arial"/>
                <a:cs typeface="Arial"/>
              </a:defRPr>
            </a:pPr>
            <a:r>
              <a:rPr sz="1725" b="0">
                <a:solidFill>
                  <a:srgbClr val="BDD0D9"/>
                </a:solidFill>
                <a:latin typeface="Arial"/>
                <a:ea typeface="Arial"/>
                <a:cs typeface="Arial"/>
              </a:rPr>
              <a:t>Ahmed Alhejaili</a:t>
            </a:r>
          </a:p>
        </p:txBody>
      </p:sp>
      <p:pic>
        <p:nvPicPr>
          <p:cNvPr id="5" name="">
            <a:extLst xmlns:a="http://schemas.openxmlformats.org/drawingml/2006/main">
              <a:ext uri="{FF2B5EF4-FFF2-40B4-BE49-F238E27FC236}">
                <a16:creationId xmlns:a16="http://schemas.microsoft.com/office/drawing/2014/main" id="{38AAB912-85B2-470B-9AA6-C0464D2A7D8E}"/>
              </a:ext>
            </a:extLst>
          </p:cNvPr>
          <p:cNvPicPr>
            <a:picLocks xmlns:a="http://schemas.openxmlformats.org/drawingml/2006/main" noChangeAspect="1"/>
          </p:cNvPicPr>
          <p:nvPr/>
        </p:nvPicPr>
        <p:blipFill>
          <a:blip xmlns:r="http://schemas.openxmlformats.org/officeDocument/2006/relationships" xmlns:a="http://schemas.openxmlformats.org/drawingml/2006/main" r:embed="R3f094bb1adcb4362"/>
          <a:srcRect xmlns:a="http://schemas.openxmlformats.org/drawingml/2006/main" l="56000" t="25000" r="1500" b="17000"/>
          <a:stretch xmlns:a="http://schemas.openxmlformats.org/drawingml/2006/main"/>
        </p:blipFill>
        <p:spPr>
          <a:xfrm xmlns:a="http://schemas.openxmlformats.org/drawingml/2006/main">
            <a:off x="6477000" y="714375"/>
            <a:ext cx="5238750" cy="5238750"/>
          </a:xfrm>
          <a:prstGeom xmlns:a="http://schemas.openxmlformats.org/drawingml/2006/main" prst="rect">
            <a:avLst/>
          </a:prstGeom>
        </p:spPr>
      </p:pic>
      <p:sp>
        <p:nvSpPr>
          <p:cNvPr id="6" name="AIEP Track A · 27 October 2026 · Five-minute ">
            <a:extLst xmlns:a="http://schemas.openxmlformats.org/drawingml/2006/main">
              <a:ext uri="{FF2B5EF4-FFF2-40B4-BE49-F238E27FC236}">
                <a16:creationId xmlns:a16="http://schemas.microsoft.com/office/drawing/2014/main" id="{C265F83A-DE96-40E0-8325-8760584D7174}"/>
              </a:ext>
            </a:extLst>
          </p:cNvPr>
          <p:cNvSpPr>
            <a:spLocks xmlns:a="http://schemas.openxmlformats.org/drawingml/2006/main" noGrp="1"/>
          </p:cNvSpPr>
          <p:nvPr/>
        </p:nvSpPr>
        <p:spPr>
          <a:xfrm xmlns:a="http://schemas.openxmlformats.org/drawingml/2006/main">
            <a:off x="609600" y="61912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DD0D9"/>
                </a:solidFill>
                <a:latin typeface="Arial"/>
                <a:ea typeface="Arial"/>
                <a:cs typeface="Arial"/>
              </a:defRPr>
            </a:defPPr>
            <a:lvl1pPr>
              <a:defRPr sz="1350" b="0">
                <a:solidFill>
                  <a:srgbClr val="BDD0D9"/>
                </a:solidFill>
                <a:latin typeface="Arial"/>
                <a:ea typeface="Arial"/>
                <a:cs typeface="Arial"/>
              </a:defRPr>
            </a:lvl1pPr>
            <a:lvl2pPr>
              <a:defRPr sz="1350" b="0">
                <a:solidFill>
                  <a:srgbClr val="BDD0D9"/>
                </a:solidFill>
                <a:latin typeface="Arial"/>
                <a:ea typeface="Arial"/>
                <a:cs typeface="Arial"/>
              </a:defRPr>
            </a:lvl2pPr>
            <a:lvl3pPr>
              <a:defRPr sz="1350" b="0">
                <a:solidFill>
                  <a:srgbClr val="BDD0D9"/>
                </a:solidFill>
                <a:latin typeface="Arial"/>
                <a:ea typeface="Arial"/>
                <a:cs typeface="Arial"/>
              </a:defRPr>
            </a:lvl3pPr>
            <a:lvl4pPr>
              <a:defRPr sz="1350" b="0">
                <a:solidFill>
                  <a:srgbClr val="BDD0D9"/>
                </a:solidFill>
                <a:latin typeface="Arial"/>
                <a:ea typeface="Arial"/>
                <a:cs typeface="Arial"/>
              </a:defRPr>
            </a:lvl4pPr>
            <a:lvl5pPr>
              <a:defRPr sz="1350" b="0">
                <a:solidFill>
                  <a:srgbClr val="BDD0D9"/>
                </a:solidFill>
                <a:latin typeface="Arial"/>
                <a:ea typeface="Arial"/>
                <a:cs typeface="Arial"/>
              </a:defRPr>
            </a:lvl5pPr>
            <a:lvl6pPr>
              <a:defRPr sz="1350" b="0">
                <a:solidFill>
                  <a:srgbClr val="BDD0D9"/>
                </a:solidFill>
                <a:latin typeface="Arial"/>
                <a:ea typeface="Arial"/>
                <a:cs typeface="Arial"/>
              </a:defRPr>
            </a:lvl6pPr>
            <a:lvl7pPr>
              <a:defRPr sz="1350" b="0">
                <a:solidFill>
                  <a:srgbClr val="BDD0D9"/>
                </a:solidFill>
                <a:latin typeface="Arial"/>
                <a:ea typeface="Arial"/>
                <a:cs typeface="Arial"/>
              </a:defRPr>
            </a:lvl7pPr>
            <a:lvl8pPr>
              <a:defRPr sz="1350" b="0">
                <a:solidFill>
                  <a:srgbClr val="BDD0D9"/>
                </a:solidFill>
                <a:latin typeface="Arial"/>
                <a:ea typeface="Arial"/>
                <a:cs typeface="Arial"/>
              </a:defRPr>
            </a:lvl8pPr>
            <a:lvl9pPr>
              <a:defRPr sz="1350" b="0">
                <a:solidFill>
                  <a:srgbClr val="BDD0D9"/>
                </a:solidFill>
                <a:latin typeface="Arial"/>
                <a:ea typeface="Arial"/>
                <a:cs typeface="Arial"/>
              </a:defRPr>
            </a:lvl9pPr>
          </a:lstStyle>
          <a:p xmlns:a="http://schemas.openxmlformats.org/drawingml/2006/main">
            <a:pPr>
              <a:defRPr sz="1350" b="0">
                <a:solidFill>
                  <a:srgbClr val="BDD0D9"/>
                </a:solidFill>
                <a:latin typeface="Arial"/>
                <a:ea typeface="Arial"/>
                <a:cs typeface="Arial"/>
              </a:defRPr>
            </a:pPr>
            <a:r>
              <a:rPr sz="1350" b="0">
                <a:solidFill>
                  <a:srgbClr val="BDD0D9"/>
                </a:solidFill>
                <a:latin typeface="Arial"/>
                <a:ea typeface="Arial"/>
                <a:cs typeface="Arial"/>
              </a:rPr>
              <a:t>AIEP Track A · 27 October 2026 · Five-minute project overview</a:t>
            </a:r>
          </a:p>
        </p:txBody>
      </p:sp>
      <p:sp>
        <p:nvSpPr>
          <p:cNvPr id="7" name="01">
            <a:extLst xmlns:a="http://schemas.openxmlformats.org/drawingml/2006/main">
              <a:ext uri="{FF2B5EF4-FFF2-40B4-BE49-F238E27FC236}">
                <a16:creationId xmlns:a16="http://schemas.microsoft.com/office/drawing/2014/main" id="{1C394F02-851C-44B7-A36E-5232EF5B413F}"/>
              </a:ext>
            </a:extLst>
          </p:cNvPr>
          <p:cNvSpPr>
            <a:spLocks xmlns:a="http://schemas.openxmlformats.org/drawingml/2006/main" noGrp="1"/>
          </p:cNvSpPr>
          <p:nvPr/>
        </p:nvSpPr>
        <p:spPr>
          <a:xfrm xmlns:a="http://schemas.openxmlformats.org/drawingml/2006/main">
            <a:off x="11353800" y="62484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DD0D9"/>
                </a:solidFill>
                <a:latin typeface="Arial"/>
                <a:ea typeface="Arial"/>
                <a:cs typeface="Arial"/>
              </a:defRPr>
            </a:defPPr>
            <a:lvl1pPr>
              <a:defRPr sz="1275" b="0">
                <a:solidFill>
                  <a:srgbClr val="BDD0D9"/>
                </a:solidFill>
                <a:latin typeface="Arial"/>
                <a:ea typeface="Arial"/>
                <a:cs typeface="Arial"/>
              </a:defRPr>
            </a:lvl1pPr>
            <a:lvl2pPr>
              <a:defRPr sz="1275" b="0">
                <a:solidFill>
                  <a:srgbClr val="BDD0D9"/>
                </a:solidFill>
                <a:latin typeface="Arial"/>
                <a:ea typeface="Arial"/>
                <a:cs typeface="Arial"/>
              </a:defRPr>
            </a:lvl2pPr>
            <a:lvl3pPr>
              <a:defRPr sz="1275" b="0">
                <a:solidFill>
                  <a:srgbClr val="BDD0D9"/>
                </a:solidFill>
                <a:latin typeface="Arial"/>
                <a:ea typeface="Arial"/>
                <a:cs typeface="Arial"/>
              </a:defRPr>
            </a:lvl3pPr>
            <a:lvl4pPr>
              <a:defRPr sz="1275" b="0">
                <a:solidFill>
                  <a:srgbClr val="BDD0D9"/>
                </a:solidFill>
                <a:latin typeface="Arial"/>
                <a:ea typeface="Arial"/>
                <a:cs typeface="Arial"/>
              </a:defRPr>
            </a:lvl4pPr>
            <a:lvl5pPr>
              <a:defRPr sz="1275" b="0">
                <a:solidFill>
                  <a:srgbClr val="BDD0D9"/>
                </a:solidFill>
                <a:latin typeface="Arial"/>
                <a:ea typeface="Arial"/>
                <a:cs typeface="Arial"/>
              </a:defRPr>
            </a:lvl5pPr>
            <a:lvl6pPr>
              <a:defRPr sz="1275" b="0">
                <a:solidFill>
                  <a:srgbClr val="BDD0D9"/>
                </a:solidFill>
                <a:latin typeface="Arial"/>
                <a:ea typeface="Arial"/>
                <a:cs typeface="Arial"/>
              </a:defRPr>
            </a:lvl6pPr>
            <a:lvl7pPr>
              <a:defRPr sz="1275" b="0">
                <a:solidFill>
                  <a:srgbClr val="BDD0D9"/>
                </a:solidFill>
                <a:latin typeface="Arial"/>
                <a:ea typeface="Arial"/>
                <a:cs typeface="Arial"/>
              </a:defRPr>
            </a:lvl7pPr>
            <a:lvl8pPr>
              <a:defRPr sz="1275" b="0">
                <a:solidFill>
                  <a:srgbClr val="BDD0D9"/>
                </a:solidFill>
                <a:latin typeface="Arial"/>
                <a:ea typeface="Arial"/>
                <a:cs typeface="Arial"/>
              </a:defRPr>
            </a:lvl8pPr>
            <a:lvl9pPr>
              <a:defRPr sz="1275" b="0">
                <a:solidFill>
                  <a:srgbClr val="BDD0D9"/>
                </a:solidFill>
                <a:latin typeface="Arial"/>
                <a:ea typeface="Arial"/>
                <a:cs typeface="Arial"/>
              </a:defRPr>
            </a:lvl9pPr>
          </a:lstStyle>
          <a:p xmlns:a="http://schemas.openxmlformats.org/drawingml/2006/main">
            <a:pPr>
              <a:defRPr sz="1275" b="0">
                <a:solidFill>
                  <a:srgbClr val="BDD0D9"/>
                </a:solidFill>
                <a:latin typeface="Arial"/>
                <a:ea typeface="Arial"/>
                <a:cs typeface="Arial"/>
              </a:defRPr>
            </a:pPr>
            <a:r>
              <a:rPr sz="1275" b="0">
                <a:solidFill>
                  <a:srgbClr val="BDD0D9"/>
                </a:solidFill>
                <a:latin typeface="Arial"/>
                <a:ea typeface="Arial"/>
                <a:cs typeface="Arial"/>
              </a:rPr>
              <a:t>01</a:t>
            </a:r>
          </a:p>
        </p:txBody>
      </p:sp>
    </p:spTree>
    <p:extLst>
      <p:ext uri="{BB962C8B-B14F-4D97-AF65-F5344CB8AC3E}">
        <p14:creationId xmlns:p14="http://schemas.microsoft.com/office/powerpoint/2010/main" val="5858617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C7C8355-E70F-4D7D-B453-E1F14862C85E}"/>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2631"/>
                </a:solidFill>
                <a:latin typeface="Arial"/>
                <a:ea typeface="Arial"/>
                <a:cs typeface="Arial"/>
              </a:defRPr>
            </a:defPPr>
            <a:lvl1pPr>
              <a:buNone/>
              <a:defRPr sz="3300" b="1">
                <a:solidFill>
                  <a:srgbClr val="122631"/>
                </a:solidFill>
                <a:latin typeface="Arial"/>
                <a:ea typeface="Arial"/>
                <a:cs typeface="Arial"/>
              </a:defRPr>
            </a:lvl1pPr>
            <a:lvl2pPr>
              <a:buNone/>
              <a:defRPr sz="3300" b="1">
                <a:solidFill>
                  <a:srgbClr val="122631"/>
                </a:solidFill>
                <a:latin typeface="Arial"/>
                <a:ea typeface="Arial"/>
                <a:cs typeface="Arial"/>
              </a:defRPr>
            </a:lvl2pPr>
            <a:lvl3pPr>
              <a:buNone/>
              <a:defRPr sz="3300" b="1">
                <a:solidFill>
                  <a:srgbClr val="122631"/>
                </a:solidFill>
                <a:latin typeface="Arial"/>
                <a:ea typeface="Arial"/>
                <a:cs typeface="Arial"/>
              </a:defRPr>
            </a:lvl3pPr>
            <a:lvl4pPr>
              <a:buNone/>
              <a:defRPr sz="3300" b="1">
                <a:solidFill>
                  <a:srgbClr val="122631"/>
                </a:solidFill>
                <a:latin typeface="Arial"/>
                <a:ea typeface="Arial"/>
                <a:cs typeface="Arial"/>
              </a:defRPr>
            </a:lvl4pPr>
            <a:lvl5pPr>
              <a:buNone/>
              <a:defRPr sz="3300" b="1">
                <a:solidFill>
                  <a:srgbClr val="122631"/>
                </a:solidFill>
                <a:latin typeface="Arial"/>
                <a:ea typeface="Arial"/>
                <a:cs typeface="Arial"/>
              </a:defRPr>
            </a:lvl5pPr>
            <a:lvl6pPr>
              <a:buNone/>
              <a:defRPr sz="3300" b="1">
                <a:solidFill>
                  <a:srgbClr val="122631"/>
                </a:solidFill>
                <a:latin typeface="Arial"/>
                <a:ea typeface="Arial"/>
                <a:cs typeface="Arial"/>
              </a:defRPr>
            </a:lvl6pPr>
            <a:lvl7pPr>
              <a:buNone/>
              <a:defRPr sz="3300" b="1">
                <a:solidFill>
                  <a:srgbClr val="122631"/>
                </a:solidFill>
                <a:latin typeface="Arial"/>
                <a:ea typeface="Arial"/>
                <a:cs typeface="Arial"/>
              </a:defRPr>
            </a:lvl7pPr>
            <a:lvl8pPr>
              <a:buNone/>
              <a:defRPr sz="3300" b="1">
                <a:solidFill>
                  <a:srgbClr val="122631"/>
                </a:solidFill>
                <a:latin typeface="Arial"/>
                <a:ea typeface="Arial"/>
                <a:cs typeface="Arial"/>
              </a:defRPr>
            </a:lvl8pPr>
            <a:lvl9pPr>
              <a:buNone/>
              <a:defRPr sz="3300" b="1">
                <a:solidFill>
                  <a:srgbClr val="122631"/>
                </a:solidFill>
                <a:latin typeface="Arial"/>
                <a:ea typeface="Arial"/>
                <a:cs typeface="Arial"/>
              </a:defRPr>
            </a:lvl9pPr>
          </a:lstStyle>
          <a:p xmlns:a="http://schemas.openxmlformats.org/drawingml/2006/main">
            <a:pPr>
              <a:buNone/>
              <a:defRPr sz="3300" b="1">
                <a:solidFill>
                  <a:srgbClr val="122631"/>
                </a:solidFill>
                <a:latin typeface="Arial"/>
                <a:ea typeface="Arial"/>
                <a:cs typeface="Arial"/>
              </a:defRPr>
            </a:pPr>
            <a:r>
              <a:rPr sz="3300" b="1">
                <a:solidFill>
                  <a:srgbClr val="122631"/>
                </a:solidFill>
                <a:latin typeface="Arial"/>
                <a:ea typeface="Arial"/>
                <a:cs typeface="Arial"/>
              </a:rPr>
              <a:t>A local inspection workflow</a:t>
            </a:r>
          </a:p>
        </p:txBody>
      </p:sp>
      <p:sp>
        <p:nvSpPr>
          <p:cNvPr id="2" name="">
            <a:extLst xmlns:a="http://schemas.openxmlformats.org/drawingml/2006/main">
              <a:ext uri="{FF2B5EF4-FFF2-40B4-BE49-F238E27FC236}">
                <a16:creationId xmlns:a16="http://schemas.microsoft.com/office/drawing/2014/main" id="{B63FC082-1A21-426A-A925-1E7A51EB9F86}"/>
              </a:ext>
            </a:extLst>
          </p:cNvPr>
          <p:cNvSpPr>
            <a:spLocks xmlns:a="http://schemas.openxmlformats.org/drawingml/2006/main" noGrp="1"/>
          </p:cNvSpPr>
          <p:nvPr/>
        </p:nvSpPr>
        <p:spPr>
          <a:xfrm xmlns:a="http://schemas.openxmlformats.org/drawingml/2006/main">
            <a:off x="666750" y="1714500"/>
            <a:ext cx="2857500" cy="1238250"/>
          </a:xfrm>
          <a:prstGeom xmlns:a="http://schemas.openxmlformats.org/drawingml/2006/main" prst="rect">
            <a:avLst/>
          </a:prstGeom>
          <a:solidFill xmlns:a="http://schemas.openxmlformats.org/drawingml/2006/main">
            <a:srgbClr val="EEF4F5"/>
          </a:solidFill>
          <a:ln xmlns:a="http://schemas.openxmlformats.org/drawingml/2006/main" w="9525">
            <a:solidFill>
              <a:srgbClr val="BCCDD4"/>
            </a:solidFill>
          </a:ln>
        </p:spPr>
      </p:sp>
      <p:sp>
        <p:nvSpPr>
          <p:cNvPr id="3" name="">
            <a:extLst xmlns:a="http://schemas.openxmlformats.org/drawingml/2006/main">
              <a:ext uri="{FF2B5EF4-FFF2-40B4-BE49-F238E27FC236}">
                <a16:creationId xmlns:a16="http://schemas.microsoft.com/office/drawing/2014/main" id="{51A84763-98AF-4DBE-B532-41B957EBFFC9}"/>
              </a:ext>
            </a:extLst>
          </p:cNvPr>
          <p:cNvSpPr>
            <a:spLocks xmlns:a="http://schemas.openxmlformats.org/drawingml/2006/main" noGrp="1"/>
          </p:cNvSpPr>
          <p:nvPr/>
        </p:nvSpPr>
        <p:spPr>
          <a:xfrm xmlns:a="http://schemas.openxmlformats.org/drawingml/2006/main">
            <a:off x="838200" y="1905000"/>
            <a:ext cx="2514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22631"/>
                </a:solidFill>
                <a:latin typeface="Arial"/>
                <a:ea typeface="Arial"/>
                <a:cs typeface="Arial"/>
              </a:defRPr>
            </a:defPPr>
            <a:lvl1pPr>
              <a:buNone/>
              <a:defRPr sz="2100" b="1">
                <a:solidFill>
                  <a:srgbClr val="122631"/>
                </a:solidFill>
                <a:latin typeface="Arial"/>
                <a:ea typeface="Arial"/>
                <a:cs typeface="Arial"/>
              </a:defRPr>
            </a:lvl1pPr>
            <a:lvl2pPr>
              <a:buNone/>
              <a:defRPr sz="2100" b="1">
                <a:solidFill>
                  <a:srgbClr val="122631"/>
                </a:solidFill>
                <a:latin typeface="Arial"/>
                <a:ea typeface="Arial"/>
                <a:cs typeface="Arial"/>
              </a:defRPr>
            </a:lvl2pPr>
            <a:lvl3pPr>
              <a:buNone/>
              <a:defRPr sz="2100" b="1">
                <a:solidFill>
                  <a:srgbClr val="122631"/>
                </a:solidFill>
                <a:latin typeface="Arial"/>
                <a:ea typeface="Arial"/>
                <a:cs typeface="Arial"/>
              </a:defRPr>
            </a:lvl3pPr>
            <a:lvl4pPr>
              <a:buNone/>
              <a:defRPr sz="2100" b="1">
                <a:solidFill>
                  <a:srgbClr val="122631"/>
                </a:solidFill>
                <a:latin typeface="Arial"/>
                <a:ea typeface="Arial"/>
                <a:cs typeface="Arial"/>
              </a:defRPr>
            </a:lvl4pPr>
            <a:lvl5pPr>
              <a:buNone/>
              <a:defRPr sz="2100" b="1">
                <a:solidFill>
                  <a:srgbClr val="122631"/>
                </a:solidFill>
                <a:latin typeface="Arial"/>
                <a:ea typeface="Arial"/>
                <a:cs typeface="Arial"/>
              </a:defRPr>
            </a:lvl5pPr>
            <a:lvl6pPr>
              <a:buNone/>
              <a:defRPr sz="2100" b="1">
                <a:solidFill>
                  <a:srgbClr val="122631"/>
                </a:solidFill>
                <a:latin typeface="Arial"/>
                <a:ea typeface="Arial"/>
                <a:cs typeface="Arial"/>
              </a:defRPr>
            </a:lvl6pPr>
            <a:lvl7pPr>
              <a:buNone/>
              <a:defRPr sz="2100" b="1">
                <a:solidFill>
                  <a:srgbClr val="122631"/>
                </a:solidFill>
                <a:latin typeface="Arial"/>
                <a:ea typeface="Arial"/>
                <a:cs typeface="Arial"/>
              </a:defRPr>
            </a:lvl7pPr>
            <a:lvl8pPr>
              <a:buNone/>
              <a:defRPr sz="2100" b="1">
                <a:solidFill>
                  <a:srgbClr val="122631"/>
                </a:solidFill>
                <a:latin typeface="Arial"/>
                <a:ea typeface="Arial"/>
                <a:cs typeface="Arial"/>
              </a:defRPr>
            </a:lvl8pPr>
            <a:lvl9pPr>
              <a:buNone/>
              <a:defRPr sz="2100" b="1">
                <a:solidFill>
                  <a:srgbClr val="122631"/>
                </a:solidFill>
                <a:latin typeface="Arial"/>
                <a:ea typeface="Arial"/>
                <a:cs typeface="Arial"/>
              </a:defRPr>
            </a:lvl9pPr>
          </a:lstStyle>
          <a:p xmlns:a="http://schemas.openxmlformats.org/drawingml/2006/main">
            <a:pPr>
              <a:buNone/>
              <a:defRPr sz="2025" b="1">
                <a:solidFill>
                  <a:srgbClr val="122631"/>
                </a:solidFill>
                <a:latin typeface="Arial"/>
                <a:ea typeface="Arial"/>
                <a:cs typeface="Arial"/>
              </a:defRPr>
            </a:pPr>
            <a:r>
              <a:rPr sz="2025" b="1">
                <a:solidFill>
                  <a:srgbClr val="122631"/>
                </a:solidFill>
                <a:latin typeface="Arial"/>
                <a:ea typeface="Arial"/>
                <a:cs typeface="Arial"/>
              </a:rPr>
              <a:t>React / TypeScript</a:t>
            </a:r>
          </a:p>
        </p:txBody>
      </p:sp>
      <p:sp>
        <p:nvSpPr>
          <p:cNvPr id="4" name="">
            <a:extLst xmlns:a="http://schemas.openxmlformats.org/drawingml/2006/main">
              <a:ext uri="{FF2B5EF4-FFF2-40B4-BE49-F238E27FC236}">
                <a16:creationId xmlns:a16="http://schemas.microsoft.com/office/drawing/2014/main" id="{C2C9B50F-4715-47D5-B84C-72371A3A9FD9}"/>
              </a:ext>
            </a:extLst>
          </p:cNvPr>
          <p:cNvSpPr>
            <a:spLocks xmlns:a="http://schemas.openxmlformats.org/drawingml/2006/main" noGrp="1"/>
          </p:cNvSpPr>
          <p:nvPr/>
        </p:nvSpPr>
        <p:spPr>
          <a:xfrm xmlns:a="http://schemas.openxmlformats.org/drawingml/2006/main">
            <a:off x="838200" y="2428875"/>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46D"/>
                </a:solidFill>
                <a:latin typeface="Arial"/>
                <a:ea typeface="Arial"/>
                <a:cs typeface="Arial"/>
              </a:defRPr>
            </a:defPPr>
            <a:lvl1pPr>
              <a:buNone/>
              <a:defRPr sz="1650" b="0">
                <a:solidFill>
                  <a:srgbClr val="52646D"/>
                </a:solidFill>
                <a:latin typeface="Arial"/>
                <a:ea typeface="Arial"/>
                <a:cs typeface="Arial"/>
              </a:defRPr>
            </a:lvl1pPr>
            <a:lvl2pPr>
              <a:buNone/>
              <a:defRPr sz="1650" b="0">
                <a:solidFill>
                  <a:srgbClr val="52646D"/>
                </a:solidFill>
                <a:latin typeface="Arial"/>
                <a:ea typeface="Arial"/>
                <a:cs typeface="Arial"/>
              </a:defRPr>
            </a:lvl2pPr>
            <a:lvl3pPr>
              <a:buNone/>
              <a:defRPr sz="1650" b="0">
                <a:solidFill>
                  <a:srgbClr val="52646D"/>
                </a:solidFill>
                <a:latin typeface="Arial"/>
                <a:ea typeface="Arial"/>
                <a:cs typeface="Arial"/>
              </a:defRPr>
            </a:lvl3pPr>
            <a:lvl4pPr>
              <a:buNone/>
              <a:defRPr sz="1650" b="0">
                <a:solidFill>
                  <a:srgbClr val="52646D"/>
                </a:solidFill>
                <a:latin typeface="Arial"/>
                <a:ea typeface="Arial"/>
                <a:cs typeface="Arial"/>
              </a:defRPr>
            </a:lvl4pPr>
            <a:lvl5pPr>
              <a:buNone/>
              <a:defRPr sz="1650" b="0">
                <a:solidFill>
                  <a:srgbClr val="52646D"/>
                </a:solidFill>
                <a:latin typeface="Arial"/>
                <a:ea typeface="Arial"/>
                <a:cs typeface="Arial"/>
              </a:defRPr>
            </a:lvl5pPr>
            <a:lvl6pPr>
              <a:buNone/>
              <a:defRPr sz="1650" b="0">
                <a:solidFill>
                  <a:srgbClr val="52646D"/>
                </a:solidFill>
                <a:latin typeface="Arial"/>
                <a:ea typeface="Arial"/>
                <a:cs typeface="Arial"/>
              </a:defRPr>
            </a:lvl6pPr>
            <a:lvl7pPr>
              <a:buNone/>
              <a:defRPr sz="1650" b="0">
                <a:solidFill>
                  <a:srgbClr val="52646D"/>
                </a:solidFill>
                <a:latin typeface="Arial"/>
                <a:ea typeface="Arial"/>
                <a:cs typeface="Arial"/>
              </a:defRPr>
            </a:lvl7pPr>
            <a:lvl8pPr>
              <a:buNone/>
              <a:defRPr sz="1650" b="0">
                <a:solidFill>
                  <a:srgbClr val="52646D"/>
                </a:solidFill>
                <a:latin typeface="Arial"/>
                <a:ea typeface="Arial"/>
                <a:cs typeface="Arial"/>
              </a:defRPr>
            </a:lvl8pPr>
            <a:lvl9pPr>
              <a:buNone/>
              <a:defRPr sz="1650" b="0">
                <a:solidFill>
                  <a:srgbClr val="52646D"/>
                </a:solidFill>
                <a:latin typeface="Arial"/>
                <a:ea typeface="Arial"/>
                <a:cs typeface="Arial"/>
              </a:defRPr>
            </a:lvl9pPr>
          </a:lstStyle>
          <a:p xmlns:a="http://schemas.openxmlformats.org/drawingml/2006/main">
            <a:pPr>
              <a:buNone/>
              <a:defRPr sz="1650" b="0">
                <a:solidFill>
                  <a:srgbClr val="52646D"/>
                </a:solidFill>
                <a:latin typeface="Arial"/>
                <a:ea typeface="Arial"/>
                <a:cs typeface="Arial"/>
              </a:defRPr>
            </a:pPr>
            <a:r>
              <a:rPr sz="1650" b="0">
                <a:solidFill>
                  <a:srgbClr val="52646D"/>
                </a:solidFill>
                <a:latin typeface="Arial"/>
                <a:ea typeface="Arial"/>
                <a:cs typeface="Arial"/>
              </a:rPr>
              <a:t>Photo • camera • video</a:t>
            </a:r>
          </a:p>
        </p:txBody>
      </p:sp>
      <p:sp>
        <p:nvSpPr>
          <p:cNvPr id="5" name="">
            <a:extLst xmlns:a="http://schemas.openxmlformats.org/drawingml/2006/main">
              <a:ext uri="{FF2B5EF4-FFF2-40B4-BE49-F238E27FC236}">
                <a16:creationId xmlns:a16="http://schemas.microsoft.com/office/drawing/2014/main" id="{FD9912F4-6F57-450C-9D58-F1B5113F9AFA}"/>
              </a:ext>
            </a:extLst>
          </p:cNvPr>
          <p:cNvSpPr>
            <a:spLocks xmlns:a="http://schemas.openxmlformats.org/drawingml/2006/main" noGrp="1"/>
          </p:cNvSpPr>
          <p:nvPr/>
        </p:nvSpPr>
        <p:spPr>
          <a:xfrm xmlns:a="http://schemas.openxmlformats.org/drawingml/2006/main">
            <a:off x="4476750" y="1714500"/>
            <a:ext cx="2857500" cy="1238250"/>
          </a:xfrm>
          <a:prstGeom xmlns:a="http://schemas.openxmlformats.org/drawingml/2006/main" prst="rect">
            <a:avLst/>
          </a:prstGeom>
          <a:solidFill xmlns:a="http://schemas.openxmlformats.org/drawingml/2006/main">
            <a:srgbClr val="EEF4F5"/>
          </a:solidFill>
          <a:ln xmlns:a="http://schemas.openxmlformats.org/drawingml/2006/main" w="9525">
            <a:solidFill>
              <a:srgbClr val="BCCDD4"/>
            </a:solidFill>
          </a:ln>
        </p:spPr>
      </p:sp>
      <p:sp>
        <p:nvSpPr>
          <p:cNvPr id="6" name="">
            <a:extLst xmlns:a="http://schemas.openxmlformats.org/drawingml/2006/main">
              <a:ext uri="{FF2B5EF4-FFF2-40B4-BE49-F238E27FC236}">
                <a16:creationId xmlns:a16="http://schemas.microsoft.com/office/drawing/2014/main" id="{5D2C1882-034B-4AB4-92D5-3D771E930FE7}"/>
              </a:ext>
            </a:extLst>
          </p:cNvPr>
          <p:cNvSpPr>
            <a:spLocks xmlns:a="http://schemas.openxmlformats.org/drawingml/2006/main" noGrp="1"/>
          </p:cNvSpPr>
          <p:nvPr/>
        </p:nvSpPr>
        <p:spPr>
          <a:xfrm xmlns:a="http://schemas.openxmlformats.org/drawingml/2006/main">
            <a:off x="4648200" y="1905000"/>
            <a:ext cx="2514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22631"/>
                </a:solidFill>
                <a:latin typeface="Arial"/>
                <a:ea typeface="Arial"/>
                <a:cs typeface="Arial"/>
              </a:defRPr>
            </a:defPPr>
            <a:lvl1pPr>
              <a:buNone/>
              <a:defRPr sz="2100" b="1">
                <a:solidFill>
                  <a:srgbClr val="122631"/>
                </a:solidFill>
                <a:latin typeface="Arial"/>
                <a:ea typeface="Arial"/>
                <a:cs typeface="Arial"/>
              </a:defRPr>
            </a:lvl1pPr>
            <a:lvl2pPr>
              <a:buNone/>
              <a:defRPr sz="2100" b="1">
                <a:solidFill>
                  <a:srgbClr val="122631"/>
                </a:solidFill>
                <a:latin typeface="Arial"/>
                <a:ea typeface="Arial"/>
                <a:cs typeface="Arial"/>
              </a:defRPr>
            </a:lvl2pPr>
            <a:lvl3pPr>
              <a:buNone/>
              <a:defRPr sz="2100" b="1">
                <a:solidFill>
                  <a:srgbClr val="122631"/>
                </a:solidFill>
                <a:latin typeface="Arial"/>
                <a:ea typeface="Arial"/>
                <a:cs typeface="Arial"/>
              </a:defRPr>
            </a:lvl3pPr>
            <a:lvl4pPr>
              <a:buNone/>
              <a:defRPr sz="2100" b="1">
                <a:solidFill>
                  <a:srgbClr val="122631"/>
                </a:solidFill>
                <a:latin typeface="Arial"/>
                <a:ea typeface="Arial"/>
                <a:cs typeface="Arial"/>
              </a:defRPr>
            </a:lvl4pPr>
            <a:lvl5pPr>
              <a:buNone/>
              <a:defRPr sz="2100" b="1">
                <a:solidFill>
                  <a:srgbClr val="122631"/>
                </a:solidFill>
                <a:latin typeface="Arial"/>
                <a:ea typeface="Arial"/>
                <a:cs typeface="Arial"/>
              </a:defRPr>
            </a:lvl5pPr>
            <a:lvl6pPr>
              <a:buNone/>
              <a:defRPr sz="2100" b="1">
                <a:solidFill>
                  <a:srgbClr val="122631"/>
                </a:solidFill>
                <a:latin typeface="Arial"/>
                <a:ea typeface="Arial"/>
                <a:cs typeface="Arial"/>
              </a:defRPr>
            </a:lvl6pPr>
            <a:lvl7pPr>
              <a:buNone/>
              <a:defRPr sz="2100" b="1">
                <a:solidFill>
                  <a:srgbClr val="122631"/>
                </a:solidFill>
                <a:latin typeface="Arial"/>
                <a:ea typeface="Arial"/>
                <a:cs typeface="Arial"/>
              </a:defRPr>
            </a:lvl7pPr>
            <a:lvl8pPr>
              <a:buNone/>
              <a:defRPr sz="2100" b="1">
                <a:solidFill>
                  <a:srgbClr val="122631"/>
                </a:solidFill>
                <a:latin typeface="Arial"/>
                <a:ea typeface="Arial"/>
                <a:cs typeface="Arial"/>
              </a:defRPr>
            </a:lvl8pPr>
            <a:lvl9pPr>
              <a:buNone/>
              <a:defRPr sz="2100" b="1">
                <a:solidFill>
                  <a:srgbClr val="122631"/>
                </a:solidFill>
                <a:latin typeface="Arial"/>
                <a:ea typeface="Arial"/>
                <a:cs typeface="Arial"/>
              </a:defRPr>
            </a:lvl9pPr>
          </a:lstStyle>
          <a:p xmlns:a="http://schemas.openxmlformats.org/drawingml/2006/main">
            <a:pPr>
              <a:buNone/>
              <a:defRPr sz="2100" b="1">
                <a:solidFill>
                  <a:srgbClr val="122631"/>
                </a:solidFill>
                <a:latin typeface="Arial"/>
                <a:ea typeface="Arial"/>
                <a:cs typeface="Arial"/>
              </a:defRPr>
            </a:pPr>
            <a:r>
              <a:rPr sz="2100" b="1">
                <a:solidFill>
                  <a:srgbClr val="122631"/>
                </a:solidFill>
                <a:latin typeface="Arial"/>
                <a:ea typeface="Arial"/>
                <a:cs typeface="Arial"/>
              </a:rPr>
              <a:t>FastAPI</a:t>
            </a:r>
          </a:p>
        </p:txBody>
      </p:sp>
      <p:sp>
        <p:nvSpPr>
          <p:cNvPr id="7" name="">
            <a:extLst xmlns:a="http://schemas.openxmlformats.org/drawingml/2006/main">
              <a:ext uri="{FF2B5EF4-FFF2-40B4-BE49-F238E27FC236}">
                <a16:creationId xmlns:a16="http://schemas.microsoft.com/office/drawing/2014/main" id="{43573960-9C1E-44CA-9A3E-73D7DA94D797}"/>
              </a:ext>
            </a:extLst>
          </p:cNvPr>
          <p:cNvSpPr>
            <a:spLocks xmlns:a="http://schemas.openxmlformats.org/drawingml/2006/main" noGrp="1"/>
          </p:cNvSpPr>
          <p:nvPr/>
        </p:nvSpPr>
        <p:spPr>
          <a:xfrm xmlns:a="http://schemas.openxmlformats.org/drawingml/2006/main">
            <a:off x="4648200" y="2428875"/>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46D"/>
                </a:solidFill>
                <a:latin typeface="Arial"/>
                <a:ea typeface="Arial"/>
                <a:cs typeface="Arial"/>
              </a:defRPr>
            </a:defPPr>
            <a:lvl1pPr>
              <a:buNone/>
              <a:defRPr sz="1650" b="0">
                <a:solidFill>
                  <a:srgbClr val="52646D"/>
                </a:solidFill>
                <a:latin typeface="Arial"/>
                <a:ea typeface="Arial"/>
                <a:cs typeface="Arial"/>
              </a:defRPr>
            </a:lvl1pPr>
            <a:lvl2pPr>
              <a:buNone/>
              <a:defRPr sz="1650" b="0">
                <a:solidFill>
                  <a:srgbClr val="52646D"/>
                </a:solidFill>
                <a:latin typeface="Arial"/>
                <a:ea typeface="Arial"/>
                <a:cs typeface="Arial"/>
              </a:defRPr>
            </a:lvl2pPr>
            <a:lvl3pPr>
              <a:buNone/>
              <a:defRPr sz="1650" b="0">
                <a:solidFill>
                  <a:srgbClr val="52646D"/>
                </a:solidFill>
                <a:latin typeface="Arial"/>
                <a:ea typeface="Arial"/>
                <a:cs typeface="Arial"/>
              </a:defRPr>
            </a:lvl3pPr>
            <a:lvl4pPr>
              <a:buNone/>
              <a:defRPr sz="1650" b="0">
                <a:solidFill>
                  <a:srgbClr val="52646D"/>
                </a:solidFill>
                <a:latin typeface="Arial"/>
                <a:ea typeface="Arial"/>
                <a:cs typeface="Arial"/>
              </a:defRPr>
            </a:lvl4pPr>
            <a:lvl5pPr>
              <a:buNone/>
              <a:defRPr sz="1650" b="0">
                <a:solidFill>
                  <a:srgbClr val="52646D"/>
                </a:solidFill>
                <a:latin typeface="Arial"/>
                <a:ea typeface="Arial"/>
                <a:cs typeface="Arial"/>
              </a:defRPr>
            </a:lvl5pPr>
            <a:lvl6pPr>
              <a:buNone/>
              <a:defRPr sz="1650" b="0">
                <a:solidFill>
                  <a:srgbClr val="52646D"/>
                </a:solidFill>
                <a:latin typeface="Arial"/>
                <a:ea typeface="Arial"/>
                <a:cs typeface="Arial"/>
              </a:defRPr>
            </a:lvl6pPr>
            <a:lvl7pPr>
              <a:buNone/>
              <a:defRPr sz="1650" b="0">
                <a:solidFill>
                  <a:srgbClr val="52646D"/>
                </a:solidFill>
                <a:latin typeface="Arial"/>
                <a:ea typeface="Arial"/>
                <a:cs typeface="Arial"/>
              </a:defRPr>
            </a:lvl7pPr>
            <a:lvl8pPr>
              <a:buNone/>
              <a:defRPr sz="1650" b="0">
                <a:solidFill>
                  <a:srgbClr val="52646D"/>
                </a:solidFill>
                <a:latin typeface="Arial"/>
                <a:ea typeface="Arial"/>
                <a:cs typeface="Arial"/>
              </a:defRPr>
            </a:lvl8pPr>
            <a:lvl9pPr>
              <a:buNone/>
              <a:defRPr sz="1650" b="0">
                <a:solidFill>
                  <a:srgbClr val="52646D"/>
                </a:solidFill>
                <a:latin typeface="Arial"/>
                <a:ea typeface="Arial"/>
                <a:cs typeface="Arial"/>
              </a:defRPr>
            </a:lvl9pPr>
          </a:lstStyle>
          <a:p xmlns:a="http://schemas.openxmlformats.org/drawingml/2006/main">
            <a:pPr>
              <a:buNone/>
              <a:defRPr sz="1650" b="0">
                <a:solidFill>
                  <a:srgbClr val="52646D"/>
                </a:solidFill>
                <a:latin typeface="Arial"/>
                <a:ea typeface="Arial"/>
                <a:cs typeface="Arial"/>
              </a:defRPr>
            </a:pPr>
            <a:r>
              <a:rPr sz="1650" b="0">
                <a:solidFill>
                  <a:srgbClr val="52646D"/>
                </a:solidFill>
                <a:latin typeface="Arial"/>
                <a:ea typeface="Arial"/>
                <a:cs typeface="Arial"/>
              </a:rPr>
              <a:t>Validate and infer</a:t>
            </a:r>
          </a:p>
        </p:txBody>
      </p:sp>
      <p:sp>
        <p:nvSpPr>
          <p:cNvPr id="8" name="">
            <a:extLst xmlns:a="http://schemas.openxmlformats.org/drawingml/2006/main">
              <a:ext uri="{FF2B5EF4-FFF2-40B4-BE49-F238E27FC236}">
                <a16:creationId xmlns:a16="http://schemas.microsoft.com/office/drawing/2014/main" id="{25FAB1BD-E37E-473E-99EC-167473B24D0E}"/>
              </a:ext>
            </a:extLst>
          </p:cNvPr>
          <p:cNvSpPr>
            <a:spLocks xmlns:a="http://schemas.openxmlformats.org/drawingml/2006/main" noGrp="1"/>
          </p:cNvSpPr>
          <p:nvPr/>
        </p:nvSpPr>
        <p:spPr>
          <a:xfrm xmlns:a="http://schemas.openxmlformats.org/drawingml/2006/main">
            <a:off x="8286750" y="1714500"/>
            <a:ext cx="2857500" cy="1238250"/>
          </a:xfrm>
          <a:prstGeom xmlns:a="http://schemas.openxmlformats.org/drawingml/2006/main" prst="rect">
            <a:avLst/>
          </a:prstGeom>
          <a:solidFill xmlns:a="http://schemas.openxmlformats.org/drawingml/2006/main">
            <a:srgbClr val="EEF4F5"/>
          </a:solidFill>
          <a:ln xmlns:a="http://schemas.openxmlformats.org/drawingml/2006/main" w="9525">
            <a:solidFill>
              <a:srgbClr val="BCCDD4"/>
            </a:solidFill>
          </a:ln>
        </p:spPr>
      </p:sp>
      <p:sp>
        <p:nvSpPr>
          <p:cNvPr id="9" name="">
            <a:extLst xmlns:a="http://schemas.openxmlformats.org/drawingml/2006/main">
              <a:ext uri="{FF2B5EF4-FFF2-40B4-BE49-F238E27FC236}">
                <a16:creationId xmlns:a16="http://schemas.microsoft.com/office/drawing/2014/main" id="{E0B17438-C857-48C4-A5F5-2698A2BCEBB8}"/>
              </a:ext>
            </a:extLst>
          </p:cNvPr>
          <p:cNvSpPr>
            <a:spLocks xmlns:a="http://schemas.openxmlformats.org/drawingml/2006/main" noGrp="1"/>
          </p:cNvSpPr>
          <p:nvPr/>
        </p:nvSpPr>
        <p:spPr>
          <a:xfrm xmlns:a="http://schemas.openxmlformats.org/drawingml/2006/main">
            <a:off x="8458200" y="1905000"/>
            <a:ext cx="2514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22631"/>
                </a:solidFill>
                <a:latin typeface="Arial"/>
                <a:ea typeface="Arial"/>
                <a:cs typeface="Arial"/>
              </a:defRPr>
            </a:defPPr>
            <a:lvl1pPr>
              <a:buNone/>
              <a:defRPr sz="2100" b="1">
                <a:solidFill>
                  <a:srgbClr val="122631"/>
                </a:solidFill>
                <a:latin typeface="Arial"/>
                <a:ea typeface="Arial"/>
                <a:cs typeface="Arial"/>
              </a:defRPr>
            </a:lvl1pPr>
            <a:lvl2pPr>
              <a:buNone/>
              <a:defRPr sz="2100" b="1">
                <a:solidFill>
                  <a:srgbClr val="122631"/>
                </a:solidFill>
                <a:latin typeface="Arial"/>
                <a:ea typeface="Arial"/>
                <a:cs typeface="Arial"/>
              </a:defRPr>
            </a:lvl2pPr>
            <a:lvl3pPr>
              <a:buNone/>
              <a:defRPr sz="2100" b="1">
                <a:solidFill>
                  <a:srgbClr val="122631"/>
                </a:solidFill>
                <a:latin typeface="Arial"/>
                <a:ea typeface="Arial"/>
                <a:cs typeface="Arial"/>
              </a:defRPr>
            </a:lvl3pPr>
            <a:lvl4pPr>
              <a:buNone/>
              <a:defRPr sz="2100" b="1">
                <a:solidFill>
                  <a:srgbClr val="122631"/>
                </a:solidFill>
                <a:latin typeface="Arial"/>
                <a:ea typeface="Arial"/>
                <a:cs typeface="Arial"/>
              </a:defRPr>
            </a:lvl4pPr>
            <a:lvl5pPr>
              <a:buNone/>
              <a:defRPr sz="2100" b="1">
                <a:solidFill>
                  <a:srgbClr val="122631"/>
                </a:solidFill>
                <a:latin typeface="Arial"/>
                <a:ea typeface="Arial"/>
                <a:cs typeface="Arial"/>
              </a:defRPr>
            </a:lvl5pPr>
            <a:lvl6pPr>
              <a:buNone/>
              <a:defRPr sz="2100" b="1">
                <a:solidFill>
                  <a:srgbClr val="122631"/>
                </a:solidFill>
                <a:latin typeface="Arial"/>
                <a:ea typeface="Arial"/>
                <a:cs typeface="Arial"/>
              </a:defRPr>
            </a:lvl6pPr>
            <a:lvl7pPr>
              <a:buNone/>
              <a:defRPr sz="2100" b="1">
                <a:solidFill>
                  <a:srgbClr val="122631"/>
                </a:solidFill>
                <a:latin typeface="Arial"/>
                <a:ea typeface="Arial"/>
                <a:cs typeface="Arial"/>
              </a:defRPr>
            </a:lvl7pPr>
            <a:lvl8pPr>
              <a:buNone/>
              <a:defRPr sz="2100" b="1">
                <a:solidFill>
                  <a:srgbClr val="122631"/>
                </a:solidFill>
                <a:latin typeface="Arial"/>
                <a:ea typeface="Arial"/>
                <a:cs typeface="Arial"/>
              </a:defRPr>
            </a:lvl8pPr>
            <a:lvl9pPr>
              <a:buNone/>
              <a:defRPr sz="2100" b="1">
                <a:solidFill>
                  <a:srgbClr val="122631"/>
                </a:solidFill>
                <a:latin typeface="Arial"/>
                <a:ea typeface="Arial"/>
                <a:cs typeface="Arial"/>
              </a:defRPr>
            </a:lvl9pPr>
          </a:lstStyle>
          <a:p xmlns:a="http://schemas.openxmlformats.org/drawingml/2006/main">
            <a:pPr>
              <a:buNone/>
              <a:defRPr sz="2100" b="1">
                <a:solidFill>
                  <a:srgbClr val="122631"/>
                </a:solidFill>
                <a:latin typeface="Arial"/>
                <a:ea typeface="Arial"/>
                <a:cs typeface="Arial"/>
              </a:defRPr>
            </a:pPr>
            <a:r>
              <a:rPr sz="2100" b="1">
                <a:solidFill>
                  <a:srgbClr val="122631"/>
                </a:solidFill>
                <a:latin typeface="Arial"/>
                <a:ea typeface="Arial"/>
                <a:cs typeface="Arial"/>
              </a:rPr>
              <a:t>Detector</a:t>
            </a:r>
          </a:p>
        </p:txBody>
      </p:sp>
      <p:sp>
        <p:nvSpPr>
          <p:cNvPr id="10" name="">
            <a:extLst xmlns:a="http://schemas.openxmlformats.org/drawingml/2006/main">
              <a:ext uri="{FF2B5EF4-FFF2-40B4-BE49-F238E27FC236}">
                <a16:creationId xmlns:a16="http://schemas.microsoft.com/office/drawing/2014/main" id="{70306FC2-81F7-459A-ADFC-6B637750A879}"/>
              </a:ext>
            </a:extLst>
          </p:cNvPr>
          <p:cNvSpPr>
            <a:spLocks xmlns:a="http://schemas.openxmlformats.org/drawingml/2006/main" noGrp="1"/>
          </p:cNvSpPr>
          <p:nvPr/>
        </p:nvSpPr>
        <p:spPr>
          <a:xfrm xmlns:a="http://schemas.openxmlformats.org/drawingml/2006/main">
            <a:off x="8458200" y="2428875"/>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46D"/>
                </a:solidFill>
                <a:latin typeface="Arial"/>
                <a:ea typeface="Arial"/>
                <a:cs typeface="Arial"/>
              </a:defRPr>
            </a:defPPr>
            <a:lvl1pPr>
              <a:buNone/>
              <a:defRPr sz="1650" b="0">
                <a:solidFill>
                  <a:srgbClr val="52646D"/>
                </a:solidFill>
                <a:latin typeface="Arial"/>
                <a:ea typeface="Arial"/>
                <a:cs typeface="Arial"/>
              </a:defRPr>
            </a:lvl1pPr>
            <a:lvl2pPr>
              <a:buNone/>
              <a:defRPr sz="1650" b="0">
                <a:solidFill>
                  <a:srgbClr val="52646D"/>
                </a:solidFill>
                <a:latin typeface="Arial"/>
                <a:ea typeface="Arial"/>
                <a:cs typeface="Arial"/>
              </a:defRPr>
            </a:lvl2pPr>
            <a:lvl3pPr>
              <a:buNone/>
              <a:defRPr sz="1650" b="0">
                <a:solidFill>
                  <a:srgbClr val="52646D"/>
                </a:solidFill>
                <a:latin typeface="Arial"/>
                <a:ea typeface="Arial"/>
                <a:cs typeface="Arial"/>
              </a:defRPr>
            </a:lvl3pPr>
            <a:lvl4pPr>
              <a:buNone/>
              <a:defRPr sz="1650" b="0">
                <a:solidFill>
                  <a:srgbClr val="52646D"/>
                </a:solidFill>
                <a:latin typeface="Arial"/>
                <a:ea typeface="Arial"/>
                <a:cs typeface="Arial"/>
              </a:defRPr>
            </a:lvl4pPr>
            <a:lvl5pPr>
              <a:buNone/>
              <a:defRPr sz="1650" b="0">
                <a:solidFill>
                  <a:srgbClr val="52646D"/>
                </a:solidFill>
                <a:latin typeface="Arial"/>
                <a:ea typeface="Arial"/>
                <a:cs typeface="Arial"/>
              </a:defRPr>
            </a:lvl5pPr>
            <a:lvl6pPr>
              <a:buNone/>
              <a:defRPr sz="1650" b="0">
                <a:solidFill>
                  <a:srgbClr val="52646D"/>
                </a:solidFill>
                <a:latin typeface="Arial"/>
                <a:ea typeface="Arial"/>
                <a:cs typeface="Arial"/>
              </a:defRPr>
            </a:lvl6pPr>
            <a:lvl7pPr>
              <a:buNone/>
              <a:defRPr sz="1650" b="0">
                <a:solidFill>
                  <a:srgbClr val="52646D"/>
                </a:solidFill>
                <a:latin typeface="Arial"/>
                <a:ea typeface="Arial"/>
                <a:cs typeface="Arial"/>
              </a:defRPr>
            </a:lvl7pPr>
            <a:lvl8pPr>
              <a:buNone/>
              <a:defRPr sz="1650" b="0">
                <a:solidFill>
                  <a:srgbClr val="52646D"/>
                </a:solidFill>
                <a:latin typeface="Arial"/>
                <a:ea typeface="Arial"/>
                <a:cs typeface="Arial"/>
              </a:defRPr>
            </a:lvl8pPr>
            <a:lvl9pPr>
              <a:buNone/>
              <a:defRPr sz="1650" b="0">
                <a:solidFill>
                  <a:srgbClr val="52646D"/>
                </a:solidFill>
                <a:latin typeface="Arial"/>
                <a:ea typeface="Arial"/>
                <a:cs typeface="Arial"/>
              </a:defRPr>
            </a:lvl9pPr>
          </a:lstStyle>
          <a:p xmlns:a="http://schemas.openxmlformats.org/drawingml/2006/main">
            <a:pPr>
              <a:buNone/>
              <a:defRPr sz="1650" b="0">
                <a:solidFill>
                  <a:srgbClr val="52646D"/>
                </a:solidFill>
                <a:latin typeface="Arial"/>
                <a:ea typeface="Arial"/>
                <a:cs typeface="Arial"/>
              </a:defRPr>
            </a:pPr>
            <a:r>
              <a:rPr sz="1650" b="0">
                <a:solidFill>
                  <a:srgbClr val="52646D"/>
                </a:solidFill>
                <a:latin typeface="Arial"/>
                <a:ea typeface="Arial"/>
                <a:cs typeface="Arial"/>
              </a:rPr>
              <a:t>Boxes and confidence</a:t>
            </a:r>
          </a:p>
        </p:txBody>
      </p:sp>
      <p:sp>
        <p:nvSpPr>
          <p:cNvPr id="11" name="">
            <a:extLst xmlns:a="http://schemas.openxmlformats.org/drawingml/2006/main">
              <a:ext uri="{FF2B5EF4-FFF2-40B4-BE49-F238E27FC236}">
                <a16:creationId xmlns:a16="http://schemas.microsoft.com/office/drawing/2014/main" id="{A7CD15E3-2082-4FEF-AFF4-E90C5CE1921F}"/>
              </a:ext>
            </a:extLst>
          </p:cNvPr>
          <p:cNvSpPr>
            <a:spLocks xmlns:a="http://schemas.openxmlformats.org/drawingml/2006/main" noGrp="1"/>
          </p:cNvSpPr>
          <p:nvPr/>
        </p:nvSpPr>
        <p:spPr>
          <a:xfrm xmlns:a="http://schemas.openxmlformats.org/drawingml/2006/main">
            <a:off x="8286750" y="3714750"/>
            <a:ext cx="2857500" cy="1238250"/>
          </a:xfrm>
          <a:prstGeom xmlns:a="http://schemas.openxmlformats.org/drawingml/2006/main" prst="rect">
            <a:avLst/>
          </a:prstGeom>
          <a:solidFill xmlns:a="http://schemas.openxmlformats.org/drawingml/2006/main">
            <a:srgbClr val="EEF4F5"/>
          </a:solidFill>
          <a:ln xmlns:a="http://schemas.openxmlformats.org/drawingml/2006/main" w="9525">
            <a:solidFill>
              <a:srgbClr val="BCCDD4"/>
            </a:solidFill>
          </a:ln>
        </p:spPr>
      </p:sp>
      <p:sp>
        <p:nvSpPr>
          <p:cNvPr id="12" name="">
            <a:extLst xmlns:a="http://schemas.openxmlformats.org/drawingml/2006/main">
              <a:ext uri="{FF2B5EF4-FFF2-40B4-BE49-F238E27FC236}">
                <a16:creationId xmlns:a16="http://schemas.microsoft.com/office/drawing/2014/main" id="{35F82A77-A24F-4F7C-BAC1-67D2A96D7387}"/>
              </a:ext>
            </a:extLst>
          </p:cNvPr>
          <p:cNvSpPr>
            <a:spLocks xmlns:a="http://schemas.openxmlformats.org/drawingml/2006/main" noGrp="1"/>
          </p:cNvSpPr>
          <p:nvPr/>
        </p:nvSpPr>
        <p:spPr>
          <a:xfrm xmlns:a="http://schemas.openxmlformats.org/drawingml/2006/main">
            <a:off x="8458200" y="3905250"/>
            <a:ext cx="2514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22631"/>
                </a:solidFill>
                <a:latin typeface="Arial"/>
                <a:ea typeface="Arial"/>
                <a:cs typeface="Arial"/>
              </a:defRPr>
            </a:defPPr>
            <a:lvl1pPr>
              <a:buNone/>
              <a:defRPr sz="2100" b="1">
                <a:solidFill>
                  <a:srgbClr val="122631"/>
                </a:solidFill>
                <a:latin typeface="Arial"/>
                <a:ea typeface="Arial"/>
                <a:cs typeface="Arial"/>
              </a:defRPr>
            </a:lvl1pPr>
            <a:lvl2pPr>
              <a:buNone/>
              <a:defRPr sz="2100" b="1">
                <a:solidFill>
                  <a:srgbClr val="122631"/>
                </a:solidFill>
                <a:latin typeface="Arial"/>
                <a:ea typeface="Arial"/>
                <a:cs typeface="Arial"/>
              </a:defRPr>
            </a:lvl2pPr>
            <a:lvl3pPr>
              <a:buNone/>
              <a:defRPr sz="2100" b="1">
                <a:solidFill>
                  <a:srgbClr val="122631"/>
                </a:solidFill>
                <a:latin typeface="Arial"/>
                <a:ea typeface="Arial"/>
                <a:cs typeface="Arial"/>
              </a:defRPr>
            </a:lvl3pPr>
            <a:lvl4pPr>
              <a:buNone/>
              <a:defRPr sz="2100" b="1">
                <a:solidFill>
                  <a:srgbClr val="122631"/>
                </a:solidFill>
                <a:latin typeface="Arial"/>
                <a:ea typeface="Arial"/>
                <a:cs typeface="Arial"/>
              </a:defRPr>
            </a:lvl4pPr>
            <a:lvl5pPr>
              <a:buNone/>
              <a:defRPr sz="2100" b="1">
                <a:solidFill>
                  <a:srgbClr val="122631"/>
                </a:solidFill>
                <a:latin typeface="Arial"/>
                <a:ea typeface="Arial"/>
                <a:cs typeface="Arial"/>
              </a:defRPr>
            </a:lvl5pPr>
            <a:lvl6pPr>
              <a:buNone/>
              <a:defRPr sz="2100" b="1">
                <a:solidFill>
                  <a:srgbClr val="122631"/>
                </a:solidFill>
                <a:latin typeface="Arial"/>
                <a:ea typeface="Arial"/>
                <a:cs typeface="Arial"/>
              </a:defRPr>
            </a:lvl6pPr>
            <a:lvl7pPr>
              <a:buNone/>
              <a:defRPr sz="2100" b="1">
                <a:solidFill>
                  <a:srgbClr val="122631"/>
                </a:solidFill>
                <a:latin typeface="Arial"/>
                <a:ea typeface="Arial"/>
                <a:cs typeface="Arial"/>
              </a:defRPr>
            </a:lvl7pPr>
            <a:lvl8pPr>
              <a:buNone/>
              <a:defRPr sz="2100" b="1">
                <a:solidFill>
                  <a:srgbClr val="122631"/>
                </a:solidFill>
                <a:latin typeface="Arial"/>
                <a:ea typeface="Arial"/>
                <a:cs typeface="Arial"/>
              </a:defRPr>
            </a:lvl8pPr>
            <a:lvl9pPr>
              <a:buNone/>
              <a:defRPr sz="2100" b="1">
                <a:solidFill>
                  <a:srgbClr val="122631"/>
                </a:solidFill>
                <a:latin typeface="Arial"/>
                <a:ea typeface="Arial"/>
                <a:cs typeface="Arial"/>
              </a:defRPr>
            </a:lvl9pPr>
          </a:lstStyle>
          <a:p xmlns:a="http://schemas.openxmlformats.org/drawingml/2006/main">
            <a:pPr>
              <a:buNone/>
              <a:defRPr sz="1875" b="1">
                <a:solidFill>
                  <a:srgbClr val="122631"/>
                </a:solidFill>
                <a:latin typeface="Arial"/>
                <a:ea typeface="Arial"/>
                <a:cs typeface="Arial"/>
              </a:defRPr>
            </a:pPr>
            <a:r>
              <a:rPr sz="1875" b="1">
                <a:solidFill>
                  <a:srgbClr val="122631"/>
                </a:solidFill>
                <a:latin typeface="Arial"/>
                <a:ea typeface="Arial"/>
                <a:cs typeface="Arial"/>
              </a:rPr>
              <a:t>Review + SQLite</a:t>
            </a:r>
          </a:p>
        </p:txBody>
      </p:sp>
      <p:sp>
        <p:nvSpPr>
          <p:cNvPr id="13" name="">
            <a:extLst xmlns:a="http://schemas.openxmlformats.org/drawingml/2006/main">
              <a:ext uri="{FF2B5EF4-FFF2-40B4-BE49-F238E27FC236}">
                <a16:creationId xmlns:a16="http://schemas.microsoft.com/office/drawing/2014/main" id="{3975D9BE-BDB3-4CF1-8ACC-432F6A4EC766}"/>
              </a:ext>
            </a:extLst>
          </p:cNvPr>
          <p:cNvSpPr>
            <a:spLocks xmlns:a="http://schemas.openxmlformats.org/drawingml/2006/main" noGrp="1"/>
          </p:cNvSpPr>
          <p:nvPr/>
        </p:nvSpPr>
        <p:spPr>
          <a:xfrm xmlns:a="http://schemas.openxmlformats.org/drawingml/2006/main">
            <a:off x="8458200" y="4429125"/>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46D"/>
                </a:solidFill>
                <a:latin typeface="Arial"/>
                <a:ea typeface="Arial"/>
                <a:cs typeface="Arial"/>
              </a:defRPr>
            </a:defPPr>
            <a:lvl1pPr>
              <a:buNone/>
              <a:defRPr sz="1650" b="0">
                <a:solidFill>
                  <a:srgbClr val="52646D"/>
                </a:solidFill>
                <a:latin typeface="Arial"/>
                <a:ea typeface="Arial"/>
                <a:cs typeface="Arial"/>
              </a:defRPr>
            </a:lvl1pPr>
            <a:lvl2pPr>
              <a:buNone/>
              <a:defRPr sz="1650" b="0">
                <a:solidFill>
                  <a:srgbClr val="52646D"/>
                </a:solidFill>
                <a:latin typeface="Arial"/>
                <a:ea typeface="Arial"/>
                <a:cs typeface="Arial"/>
              </a:defRPr>
            </a:lvl2pPr>
            <a:lvl3pPr>
              <a:buNone/>
              <a:defRPr sz="1650" b="0">
                <a:solidFill>
                  <a:srgbClr val="52646D"/>
                </a:solidFill>
                <a:latin typeface="Arial"/>
                <a:ea typeface="Arial"/>
                <a:cs typeface="Arial"/>
              </a:defRPr>
            </a:lvl3pPr>
            <a:lvl4pPr>
              <a:buNone/>
              <a:defRPr sz="1650" b="0">
                <a:solidFill>
                  <a:srgbClr val="52646D"/>
                </a:solidFill>
                <a:latin typeface="Arial"/>
                <a:ea typeface="Arial"/>
                <a:cs typeface="Arial"/>
              </a:defRPr>
            </a:lvl4pPr>
            <a:lvl5pPr>
              <a:buNone/>
              <a:defRPr sz="1650" b="0">
                <a:solidFill>
                  <a:srgbClr val="52646D"/>
                </a:solidFill>
                <a:latin typeface="Arial"/>
                <a:ea typeface="Arial"/>
                <a:cs typeface="Arial"/>
              </a:defRPr>
            </a:lvl5pPr>
            <a:lvl6pPr>
              <a:buNone/>
              <a:defRPr sz="1650" b="0">
                <a:solidFill>
                  <a:srgbClr val="52646D"/>
                </a:solidFill>
                <a:latin typeface="Arial"/>
                <a:ea typeface="Arial"/>
                <a:cs typeface="Arial"/>
              </a:defRPr>
            </a:lvl6pPr>
            <a:lvl7pPr>
              <a:buNone/>
              <a:defRPr sz="1650" b="0">
                <a:solidFill>
                  <a:srgbClr val="52646D"/>
                </a:solidFill>
                <a:latin typeface="Arial"/>
                <a:ea typeface="Arial"/>
                <a:cs typeface="Arial"/>
              </a:defRPr>
            </a:lvl7pPr>
            <a:lvl8pPr>
              <a:buNone/>
              <a:defRPr sz="1650" b="0">
                <a:solidFill>
                  <a:srgbClr val="52646D"/>
                </a:solidFill>
                <a:latin typeface="Arial"/>
                <a:ea typeface="Arial"/>
                <a:cs typeface="Arial"/>
              </a:defRPr>
            </a:lvl8pPr>
            <a:lvl9pPr>
              <a:buNone/>
              <a:defRPr sz="1650" b="0">
                <a:solidFill>
                  <a:srgbClr val="52646D"/>
                </a:solidFill>
                <a:latin typeface="Arial"/>
                <a:ea typeface="Arial"/>
                <a:cs typeface="Arial"/>
              </a:defRPr>
            </a:lvl9pPr>
          </a:lstStyle>
          <a:p xmlns:a="http://schemas.openxmlformats.org/drawingml/2006/main">
            <a:pPr>
              <a:buNone/>
              <a:defRPr sz="1575" b="0">
                <a:solidFill>
                  <a:srgbClr val="52646D"/>
                </a:solidFill>
                <a:latin typeface="Arial"/>
                <a:ea typeface="Arial"/>
                <a:cs typeface="Arial"/>
              </a:defRPr>
            </a:pPr>
            <a:r>
              <a:rPr sz="1575" b="0">
                <a:solidFill>
                  <a:srgbClr val="52646D"/>
                </a:solidFill>
                <a:latin typeface="Arial"/>
                <a:ea typeface="Arial"/>
                <a:cs typeface="Arial"/>
              </a:rPr>
              <a:t>Corrections + audit</a:t>
            </a:r>
          </a:p>
        </p:txBody>
      </p:sp>
      <p:sp>
        <p:nvSpPr>
          <p:cNvPr id="14" name="">
            <a:extLst xmlns:a="http://schemas.openxmlformats.org/drawingml/2006/main">
              <a:ext uri="{FF2B5EF4-FFF2-40B4-BE49-F238E27FC236}">
                <a16:creationId xmlns:a16="http://schemas.microsoft.com/office/drawing/2014/main" id="{7A1AD6C2-995E-4B49-A9BE-DDC83733BD53}"/>
              </a:ext>
            </a:extLst>
          </p:cNvPr>
          <p:cNvSpPr>
            <a:spLocks xmlns:a="http://schemas.openxmlformats.org/drawingml/2006/main" noGrp="1"/>
          </p:cNvSpPr>
          <p:nvPr/>
        </p:nvSpPr>
        <p:spPr>
          <a:xfrm xmlns:a="http://schemas.openxmlformats.org/drawingml/2006/main">
            <a:off x="4476750" y="3714750"/>
            <a:ext cx="2857500" cy="1238250"/>
          </a:xfrm>
          <a:prstGeom xmlns:a="http://schemas.openxmlformats.org/drawingml/2006/main" prst="rect">
            <a:avLst/>
          </a:prstGeom>
          <a:solidFill xmlns:a="http://schemas.openxmlformats.org/drawingml/2006/main">
            <a:srgbClr val="EEF4F5"/>
          </a:solidFill>
          <a:ln xmlns:a="http://schemas.openxmlformats.org/drawingml/2006/main" w="9525">
            <a:solidFill>
              <a:srgbClr val="BCCDD4"/>
            </a:solidFill>
          </a:ln>
        </p:spPr>
      </p:sp>
      <p:sp>
        <p:nvSpPr>
          <p:cNvPr id="15" name="">
            <a:extLst xmlns:a="http://schemas.openxmlformats.org/drawingml/2006/main">
              <a:ext uri="{FF2B5EF4-FFF2-40B4-BE49-F238E27FC236}">
                <a16:creationId xmlns:a16="http://schemas.microsoft.com/office/drawing/2014/main" id="{69545366-F1BE-47FE-BDF4-49F01CC3248B}"/>
              </a:ext>
            </a:extLst>
          </p:cNvPr>
          <p:cNvSpPr>
            <a:spLocks xmlns:a="http://schemas.openxmlformats.org/drawingml/2006/main" noGrp="1"/>
          </p:cNvSpPr>
          <p:nvPr/>
        </p:nvSpPr>
        <p:spPr>
          <a:xfrm xmlns:a="http://schemas.openxmlformats.org/drawingml/2006/main">
            <a:off x="4648200" y="3905250"/>
            <a:ext cx="2514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22631"/>
                </a:solidFill>
                <a:latin typeface="Arial"/>
                <a:ea typeface="Arial"/>
                <a:cs typeface="Arial"/>
              </a:defRPr>
            </a:defPPr>
            <a:lvl1pPr>
              <a:buNone/>
              <a:defRPr sz="2100" b="1">
                <a:solidFill>
                  <a:srgbClr val="122631"/>
                </a:solidFill>
                <a:latin typeface="Arial"/>
                <a:ea typeface="Arial"/>
                <a:cs typeface="Arial"/>
              </a:defRPr>
            </a:lvl1pPr>
            <a:lvl2pPr>
              <a:buNone/>
              <a:defRPr sz="2100" b="1">
                <a:solidFill>
                  <a:srgbClr val="122631"/>
                </a:solidFill>
                <a:latin typeface="Arial"/>
                <a:ea typeface="Arial"/>
                <a:cs typeface="Arial"/>
              </a:defRPr>
            </a:lvl2pPr>
            <a:lvl3pPr>
              <a:buNone/>
              <a:defRPr sz="2100" b="1">
                <a:solidFill>
                  <a:srgbClr val="122631"/>
                </a:solidFill>
                <a:latin typeface="Arial"/>
                <a:ea typeface="Arial"/>
                <a:cs typeface="Arial"/>
              </a:defRPr>
            </a:lvl3pPr>
            <a:lvl4pPr>
              <a:buNone/>
              <a:defRPr sz="2100" b="1">
                <a:solidFill>
                  <a:srgbClr val="122631"/>
                </a:solidFill>
                <a:latin typeface="Arial"/>
                <a:ea typeface="Arial"/>
                <a:cs typeface="Arial"/>
              </a:defRPr>
            </a:lvl4pPr>
            <a:lvl5pPr>
              <a:buNone/>
              <a:defRPr sz="2100" b="1">
                <a:solidFill>
                  <a:srgbClr val="122631"/>
                </a:solidFill>
                <a:latin typeface="Arial"/>
                <a:ea typeface="Arial"/>
                <a:cs typeface="Arial"/>
              </a:defRPr>
            </a:lvl5pPr>
            <a:lvl6pPr>
              <a:buNone/>
              <a:defRPr sz="2100" b="1">
                <a:solidFill>
                  <a:srgbClr val="122631"/>
                </a:solidFill>
                <a:latin typeface="Arial"/>
                <a:ea typeface="Arial"/>
                <a:cs typeface="Arial"/>
              </a:defRPr>
            </a:lvl6pPr>
            <a:lvl7pPr>
              <a:buNone/>
              <a:defRPr sz="2100" b="1">
                <a:solidFill>
                  <a:srgbClr val="122631"/>
                </a:solidFill>
                <a:latin typeface="Arial"/>
                <a:ea typeface="Arial"/>
                <a:cs typeface="Arial"/>
              </a:defRPr>
            </a:lvl7pPr>
            <a:lvl8pPr>
              <a:buNone/>
              <a:defRPr sz="2100" b="1">
                <a:solidFill>
                  <a:srgbClr val="122631"/>
                </a:solidFill>
                <a:latin typeface="Arial"/>
                <a:ea typeface="Arial"/>
                <a:cs typeface="Arial"/>
              </a:defRPr>
            </a:lvl8pPr>
            <a:lvl9pPr>
              <a:buNone/>
              <a:defRPr sz="2100" b="1">
                <a:solidFill>
                  <a:srgbClr val="122631"/>
                </a:solidFill>
                <a:latin typeface="Arial"/>
                <a:ea typeface="Arial"/>
                <a:cs typeface="Arial"/>
              </a:defRPr>
            </a:lvl9pPr>
          </a:lstStyle>
          <a:p xmlns:a="http://schemas.openxmlformats.org/drawingml/2006/main">
            <a:pPr>
              <a:buNone/>
              <a:defRPr sz="2100" b="1">
                <a:solidFill>
                  <a:srgbClr val="122631"/>
                </a:solidFill>
                <a:latin typeface="Arial"/>
                <a:ea typeface="Arial"/>
                <a:cs typeface="Arial"/>
              </a:defRPr>
            </a:pPr>
            <a:r>
              <a:rPr sz="2100" b="1">
                <a:solidFill>
                  <a:srgbClr val="122631"/>
                </a:solidFill>
                <a:latin typeface="Arial"/>
                <a:ea typeface="Arial"/>
                <a:cs typeface="Arial"/>
              </a:rPr>
              <a:t>Priority + matches</a:t>
            </a:r>
          </a:p>
        </p:txBody>
      </p:sp>
      <p:sp>
        <p:nvSpPr>
          <p:cNvPr id="16" name="">
            <a:extLst xmlns:a="http://schemas.openxmlformats.org/drawingml/2006/main">
              <a:ext uri="{FF2B5EF4-FFF2-40B4-BE49-F238E27FC236}">
                <a16:creationId xmlns:a16="http://schemas.microsoft.com/office/drawing/2014/main" id="{DF0578F7-FF89-47E6-880A-305FCCA55CBC}"/>
              </a:ext>
            </a:extLst>
          </p:cNvPr>
          <p:cNvSpPr>
            <a:spLocks xmlns:a="http://schemas.openxmlformats.org/drawingml/2006/main" noGrp="1"/>
          </p:cNvSpPr>
          <p:nvPr/>
        </p:nvSpPr>
        <p:spPr>
          <a:xfrm xmlns:a="http://schemas.openxmlformats.org/drawingml/2006/main">
            <a:off x="4648200" y="4429125"/>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46D"/>
                </a:solidFill>
                <a:latin typeface="Arial"/>
                <a:ea typeface="Arial"/>
                <a:cs typeface="Arial"/>
              </a:defRPr>
            </a:defPPr>
            <a:lvl1pPr>
              <a:buNone/>
              <a:defRPr sz="1650" b="0">
                <a:solidFill>
                  <a:srgbClr val="52646D"/>
                </a:solidFill>
                <a:latin typeface="Arial"/>
                <a:ea typeface="Arial"/>
                <a:cs typeface="Arial"/>
              </a:defRPr>
            </a:lvl1pPr>
            <a:lvl2pPr>
              <a:buNone/>
              <a:defRPr sz="1650" b="0">
                <a:solidFill>
                  <a:srgbClr val="52646D"/>
                </a:solidFill>
                <a:latin typeface="Arial"/>
                <a:ea typeface="Arial"/>
                <a:cs typeface="Arial"/>
              </a:defRPr>
            </a:lvl2pPr>
            <a:lvl3pPr>
              <a:buNone/>
              <a:defRPr sz="1650" b="0">
                <a:solidFill>
                  <a:srgbClr val="52646D"/>
                </a:solidFill>
                <a:latin typeface="Arial"/>
                <a:ea typeface="Arial"/>
                <a:cs typeface="Arial"/>
              </a:defRPr>
            </a:lvl3pPr>
            <a:lvl4pPr>
              <a:buNone/>
              <a:defRPr sz="1650" b="0">
                <a:solidFill>
                  <a:srgbClr val="52646D"/>
                </a:solidFill>
                <a:latin typeface="Arial"/>
                <a:ea typeface="Arial"/>
                <a:cs typeface="Arial"/>
              </a:defRPr>
            </a:lvl4pPr>
            <a:lvl5pPr>
              <a:buNone/>
              <a:defRPr sz="1650" b="0">
                <a:solidFill>
                  <a:srgbClr val="52646D"/>
                </a:solidFill>
                <a:latin typeface="Arial"/>
                <a:ea typeface="Arial"/>
                <a:cs typeface="Arial"/>
              </a:defRPr>
            </a:lvl5pPr>
            <a:lvl6pPr>
              <a:buNone/>
              <a:defRPr sz="1650" b="0">
                <a:solidFill>
                  <a:srgbClr val="52646D"/>
                </a:solidFill>
                <a:latin typeface="Arial"/>
                <a:ea typeface="Arial"/>
                <a:cs typeface="Arial"/>
              </a:defRPr>
            </a:lvl6pPr>
            <a:lvl7pPr>
              <a:buNone/>
              <a:defRPr sz="1650" b="0">
                <a:solidFill>
                  <a:srgbClr val="52646D"/>
                </a:solidFill>
                <a:latin typeface="Arial"/>
                <a:ea typeface="Arial"/>
                <a:cs typeface="Arial"/>
              </a:defRPr>
            </a:lvl7pPr>
            <a:lvl8pPr>
              <a:buNone/>
              <a:defRPr sz="1650" b="0">
                <a:solidFill>
                  <a:srgbClr val="52646D"/>
                </a:solidFill>
                <a:latin typeface="Arial"/>
                <a:ea typeface="Arial"/>
                <a:cs typeface="Arial"/>
              </a:defRPr>
            </a:lvl8pPr>
            <a:lvl9pPr>
              <a:buNone/>
              <a:defRPr sz="1650" b="0">
                <a:solidFill>
                  <a:srgbClr val="52646D"/>
                </a:solidFill>
                <a:latin typeface="Arial"/>
                <a:ea typeface="Arial"/>
                <a:cs typeface="Arial"/>
              </a:defRPr>
            </a:lvl9pPr>
          </a:lstStyle>
          <a:p xmlns:a="http://schemas.openxmlformats.org/drawingml/2006/main">
            <a:pPr>
              <a:buNone/>
              <a:defRPr sz="1650" b="0">
                <a:solidFill>
                  <a:srgbClr val="52646D"/>
                </a:solidFill>
                <a:latin typeface="Arial"/>
                <a:ea typeface="Arial"/>
                <a:cs typeface="Arial"/>
              </a:defRPr>
            </a:pPr>
            <a:r>
              <a:rPr sz="1650" b="0">
                <a:solidFill>
                  <a:srgbClr val="52646D"/>
                </a:solidFill>
                <a:latin typeface="Arial"/>
                <a:ea typeface="Arial"/>
                <a:cs typeface="Arial"/>
              </a:rPr>
              <a:t>Score • optional DINOv2</a:t>
            </a:r>
          </a:p>
        </p:txBody>
      </p:sp>
      <p:sp>
        <p:nvSpPr>
          <p:cNvPr id="17" name="">
            <a:extLst xmlns:a="http://schemas.openxmlformats.org/drawingml/2006/main">
              <a:ext uri="{FF2B5EF4-FFF2-40B4-BE49-F238E27FC236}">
                <a16:creationId xmlns:a16="http://schemas.microsoft.com/office/drawing/2014/main" id="{BC90CDCF-7351-4ED1-AA0C-7BF5D2395F17}"/>
              </a:ext>
            </a:extLst>
          </p:cNvPr>
          <p:cNvSpPr>
            <a:spLocks xmlns:a="http://schemas.openxmlformats.org/drawingml/2006/main" noGrp="1"/>
          </p:cNvSpPr>
          <p:nvPr/>
        </p:nvSpPr>
        <p:spPr>
          <a:xfrm xmlns:a="http://schemas.openxmlformats.org/drawingml/2006/main">
            <a:off x="666750" y="3714750"/>
            <a:ext cx="2857500" cy="1238250"/>
          </a:xfrm>
          <a:prstGeom xmlns:a="http://schemas.openxmlformats.org/drawingml/2006/main" prst="rect">
            <a:avLst/>
          </a:prstGeom>
          <a:solidFill xmlns:a="http://schemas.openxmlformats.org/drawingml/2006/main">
            <a:srgbClr val="EEF4F5"/>
          </a:solidFill>
          <a:ln xmlns:a="http://schemas.openxmlformats.org/drawingml/2006/main" w="9525">
            <a:solidFill>
              <a:srgbClr val="BCCDD4"/>
            </a:solidFill>
          </a:ln>
        </p:spPr>
      </p:sp>
      <p:sp>
        <p:nvSpPr>
          <p:cNvPr id="18" name="">
            <a:extLst xmlns:a="http://schemas.openxmlformats.org/drawingml/2006/main">
              <a:ext uri="{FF2B5EF4-FFF2-40B4-BE49-F238E27FC236}">
                <a16:creationId xmlns:a16="http://schemas.microsoft.com/office/drawing/2014/main" id="{AACFE73E-FEF8-4C12-80F7-EDEA6B025BE9}"/>
              </a:ext>
            </a:extLst>
          </p:cNvPr>
          <p:cNvSpPr>
            <a:spLocks xmlns:a="http://schemas.openxmlformats.org/drawingml/2006/main" noGrp="1"/>
          </p:cNvSpPr>
          <p:nvPr/>
        </p:nvSpPr>
        <p:spPr>
          <a:xfrm xmlns:a="http://schemas.openxmlformats.org/drawingml/2006/main">
            <a:off x="838200" y="3905250"/>
            <a:ext cx="2514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22631"/>
                </a:solidFill>
                <a:latin typeface="Arial"/>
                <a:ea typeface="Arial"/>
                <a:cs typeface="Arial"/>
              </a:defRPr>
            </a:defPPr>
            <a:lvl1pPr>
              <a:buNone/>
              <a:defRPr sz="2100" b="1">
                <a:solidFill>
                  <a:srgbClr val="122631"/>
                </a:solidFill>
                <a:latin typeface="Arial"/>
                <a:ea typeface="Arial"/>
                <a:cs typeface="Arial"/>
              </a:defRPr>
            </a:lvl1pPr>
            <a:lvl2pPr>
              <a:buNone/>
              <a:defRPr sz="2100" b="1">
                <a:solidFill>
                  <a:srgbClr val="122631"/>
                </a:solidFill>
                <a:latin typeface="Arial"/>
                <a:ea typeface="Arial"/>
                <a:cs typeface="Arial"/>
              </a:defRPr>
            </a:lvl2pPr>
            <a:lvl3pPr>
              <a:buNone/>
              <a:defRPr sz="2100" b="1">
                <a:solidFill>
                  <a:srgbClr val="122631"/>
                </a:solidFill>
                <a:latin typeface="Arial"/>
                <a:ea typeface="Arial"/>
                <a:cs typeface="Arial"/>
              </a:defRPr>
            </a:lvl3pPr>
            <a:lvl4pPr>
              <a:buNone/>
              <a:defRPr sz="2100" b="1">
                <a:solidFill>
                  <a:srgbClr val="122631"/>
                </a:solidFill>
                <a:latin typeface="Arial"/>
                <a:ea typeface="Arial"/>
                <a:cs typeface="Arial"/>
              </a:defRPr>
            </a:lvl4pPr>
            <a:lvl5pPr>
              <a:buNone/>
              <a:defRPr sz="2100" b="1">
                <a:solidFill>
                  <a:srgbClr val="122631"/>
                </a:solidFill>
                <a:latin typeface="Arial"/>
                <a:ea typeface="Arial"/>
                <a:cs typeface="Arial"/>
              </a:defRPr>
            </a:lvl5pPr>
            <a:lvl6pPr>
              <a:buNone/>
              <a:defRPr sz="2100" b="1">
                <a:solidFill>
                  <a:srgbClr val="122631"/>
                </a:solidFill>
                <a:latin typeface="Arial"/>
                <a:ea typeface="Arial"/>
                <a:cs typeface="Arial"/>
              </a:defRPr>
            </a:lvl6pPr>
            <a:lvl7pPr>
              <a:buNone/>
              <a:defRPr sz="2100" b="1">
                <a:solidFill>
                  <a:srgbClr val="122631"/>
                </a:solidFill>
                <a:latin typeface="Arial"/>
                <a:ea typeface="Arial"/>
                <a:cs typeface="Arial"/>
              </a:defRPr>
            </a:lvl7pPr>
            <a:lvl8pPr>
              <a:buNone/>
              <a:defRPr sz="2100" b="1">
                <a:solidFill>
                  <a:srgbClr val="122631"/>
                </a:solidFill>
                <a:latin typeface="Arial"/>
                <a:ea typeface="Arial"/>
                <a:cs typeface="Arial"/>
              </a:defRPr>
            </a:lvl8pPr>
            <a:lvl9pPr>
              <a:buNone/>
              <a:defRPr sz="2100" b="1">
                <a:solidFill>
                  <a:srgbClr val="122631"/>
                </a:solidFill>
                <a:latin typeface="Arial"/>
                <a:ea typeface="Arial"/>
                <a:cs typeface="Arial"/>
              </a:defRPr>
            </a:lvl9pPr>
          </a:lstStyle>
          <a:p xmlns:a="http://schemas.openxmlformats.org/drawingml/2006/main">
            <a:pPr>
              <a:buNone/>
              <a:defRPr sz="2100" b="1">
                <a:solidFill>
                  <a:srgbClr val="122631"/>
                </a:solidFill>
                <a:latin typeface="Arial"/>
                <a:ea typeface="Arial"/>
                <a:cs typeface="Arial"/>
              </a:defRPr>
            </a:pPr>
            <a:r>
              <a:rPr sz="2100" b="1">
                <a:solidFill>
                  <a:srgbClr val="122631"/>
                </a:solidFill>
                <a:latin typeface="Arial"/>
                <a:ea typeface="Arial"/>
                <a:cs typeface="Arial"/>
              </a:rPr>
              <a:t>Approved export</a:t>
            </a:r>
          </a:p>
        </p:txBody>
      </p:sp>
      <p:sp>
        <p:nvSpPr>
          <p:cNvPr id="19" name="">
            <a:extLst xmlns:a="http://schemas.openxmlformats.org/drawingml/2006/main">
              <a:ext uri="{FF2B5EF4-FFF2-40B4-BE49-F238E27FC236}">
                <a16:creationId xmlns:a16="http://schemas.microsoft.com/office/drawing/2014/main" id="{73EBAB16-B146-4B56-B29A-47F78FD5D390}"/>
              </a:ext>
            </a:extLst>
          </p:cNvPr>
          <p:cNvSpPr>
            <a:spLocks xmlns:a="http://schemas.openxmlformats.org/drawingml/2006/main" noGrp="1"/>
          </p:cNvSpPr>
          <p:nvPr/>
        </p:nvSpPr>
        <p:spPr>
          <a:xfrm xmlns:a="http://schemas.openxmlformats.org/drawingml/2006/main">
            <a:off x="838200" y="4429125"/>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46D"/>
                </a:solidFill>
                <a:latin typeface="Arial"/>
                <a:ea typeface="Arial"/>
                <a:cs typeface="Arial"/>
              </a:defRPr>
            </a:defPPr>
            <a:lvl1pPr>
              <a:buNone/>
              <a:defRPr sz="1650" b="0">
                <a:solidFill>
                  <a:srgbClr val="52646D"/>
                </a:solidFill>
                <a:latin typeface="Arial"/>
                <a:ea typeface="Arial"/>
                <a:cs typeface="Arial"/>
              </a:defRPr>
            </a:lvl1pPr>
            <a:lvl2pPr>
              <a:buNone/>
              <a:defRPr sz="1650" b="0">
                <a:solidFill>
                  <a:srgbClr val="52646D"/>
                </a:solidFill>
                <a:latin typeface="Arial"/>
                <a:ea typeface="Arial"/>
                <a:cs typeface="Arial"/>
              </a:defRPr>
            </a:lvl2pPr>
            <a:lvl3pPr>
              <a:buNone/>
              <a:defRPr sz="1650" b="0">
                <a:solidFill>
                  <a:srgbClr val="52646D"/>
                </a:solidFill>
                <a:latin typeface="Arial"/>
                <a:ea typeface="Arial"/>
                <a:cs typeface="Arial"/>
              </a:defRPr>
            </a:lvl3pPr>
            <a:lvl4pPr>
              <a:buNone/>
              <a:defRPr sz="1650" b="0">
                <a:solidFill>
                  <a:srgbClr val="52646D"/>
                </a:solidFill>
                <a:latin typeface="Arial"/>
                <a:ea typeface="Arial"/>
                <a:cs typeface="Arial"/>
              </a:defRPr>
            </a:lvl4pPr>
            <a:lvl5pPr>
              <a:buNone/>
              <a:defRPr sz="1650" b="0">
                <a:solidFill>
                  <a:srgbClr val="52646D"/>
                </a:solidFill>
                <a:latin typeface="Arial"/>
                <a:ea typeface="Arial"/>
                <a:cs typeface="Arial"/>
              </a:defRPr>
            </a:lvl5pPr>
            <a:lvl6pPr>
              <a:buNone/>
              <a:defRPr sz="1650" b="0">
                <a:solidFill>
                  <a:srgbClr val="52646D"/>
                </a:solidFill>
                <a:latin typeface="Arial"/>
                <a:ea typeface="Arial"/>
                <a:cs typeface="Arial"/>
              </a:defRPr>
            </a:lvl6pPr>
            <a:lvl7pPr>
              <a:buNone/>
              <a:defRPr sz="1650" b="0">
                <a:solidFill>
                  <a:srgbClr val="52646D"/>
                </a:solidFill>
                <a:latin typeface="Arial"/>
                <a:ea typeface="Arial"/>
                <a:cs typeface="Arial"/>
              </a:defRPr>
            </a:lvl7pPr>
            <a:lvl8pPr>
              <a:buNone/>
              <a:defRPr sz="1650" b="0">
                <a:solidFill>
                  <a:srgbClr val="52646D"/>
                </a:solidFill>
                <a:latin typeface="Arial"/>
                <a:ea typeface="Arial"/>
                <a:cs typeface="Arial"/>
              </a:defRPr>
            </a:lvl8pPr>
            <a:lvl9pPr>
              <a:buNone/>
              <a:defRPr sz="1650" b="0">
                <a:solidFill>
                  <a:srgbClr val="52646D"/>
                </a:solidFill>
                <a:latin typeface="Arial"/>
                <a:ea typeface="Arial"/>
                <a:cs typeface="Arial"/>
              </a:defRPr>
            </a:lvl9pPr>
          </a:lstStyle>
          <a:p xmlns:a="http://schemas.openxmlformats.org/drawingml/2006/main">
            <a:pPr>
              <a:buNone/>
              <a:defRPr sz="1650" b="0">
                <a:solidFill>
                  <a:srgbClr val="52646D"/>
                </a:solidFill>
                <a:latin typeface="Arial"/>
                <a:ea typeface="Arial"/>
                <a:cs typeface="Arial"/>
              </a:defRPr>
            </a:pPr>
            <a:r>
              <a:rPr sz="1650" b="0">
                <a:solidFill>
                  <a:srgbClr val="52646D"/>
                </a:solidFill>
                <a:latin typeface="Arial"/>
                <a:ea typeface="Arial"/>
                <a:cs typeface="Arial"/>
              </a:rPr>
              <a:t>Separate training cycle</a:t>
            </a:r>
          </a:p>
        </p:txBody>
      </p:sp>
      <p:sp>
        <p:nvSpPr>
          <p:cNvPr id="20" name="">
            <a:extLst xmlns:a="http://schemas.openxmlformats.org/drawingml/2006/main">
              <a:ext uri="{FF2B5EF4-FFF2-40B4-BE49-F238E27FC236}">
                <a16:creationId xmlns:a16="http://schemas.microsoft.com/office/drawing/2014/main" id="{CC785AE9-DE78-4781-BDA2-9A4CEFD68949}"/>
              </a:ext>
            </a:extLst>
          </p:cNvPr>
          <p:cNvSpPr>
            <a:spLocks xmlns:a="http://schemas.openxmlformats.org/drawingml/2006/main" noGrp="1"/>
          </p:cNvSpPr>
          <p:nvPr/>
        </p:nvSpPr>
        <p:spPr>
          <a:xfrm xmlns:a="http://schemas.openxmlformats.org/drawingml/2006/main">
            <a:off x="3648075" y="20478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126C73"/>
                </a:solidFill>
                <a:latin typeface="Arial"/>
                <a:ea typeface="Arial"/>
                <a:cs typeface="Arial"/>
              </a:defRPr>
            </a:defPPr>
            <a:lvl1pPr>
              <a:buNone/>
              <a:defRPr sz="3150" b="0">
                <a:solidFill>
                  <a:srgbClr val="126C73"/>
                </a:solidFill>
                <a:latin typeface="Arial"/>
                <a:ea typeface="Arial"/>
                <a:cs typeface="Arial"/>
              </a:defRPr>
            </a:lvl1pPr>
            <a:lvl2pPr>
              <a:buNone/>
              <a:defRPr sz="3150" b="0">
                <a:solidFill>
                  <a:srgbClr val="126C73"/>
                </a:solidFill>
                <a:latin typeface="Arial"/>
                <a:ea typeface="Arial"/>
                <a:cs typeface="Arial"/>
              </a:defRPr>
            </a:lvl2pPr>
            <a:lvl3pPr>
              <a:buNone/>
              <a:defRPr sz="3150" b="0">
                <a:solidFill>
                  <a:srgbClr val="126C73"/>
                </a:solidFill>
                <a:latin typeface="Arial"/>
                <a:ea typeface="Arial"/>
                <a:cs typeface="Arial"/>
              </a:defRPr>
            </a:lvl3pPr>
            <a:lvl4pPr>
              <a:buNone/>
              <a:defRPr sz="3150" b="0">
                <a:solidFill>
                  <a:srgbClr val="126C73"/>
                </a:solidFill>
                <a:latin typeface="Arial"/>
                <a:ea typeface="Arial"/>
                <a:cs typeface="Arial"/>
              </a:defRPr>
            </a:lvl4pPr>
            <a:lvl5pPr>
              <a:buNone/>
              <a:defRPr sz="3150" b="0">
                <a:solidFill>
                  <a:srgbClr val="126C73"/>
                </a:solidFill>
                <a:latin typeface="Arial"/>
                <a:ea typeface="Arial"/>
                <a:cs typeface="Arial"/>
              </a:defRPr>
            </a:lvl5pPr>
            <a:lvl6pPr>
              <a:buNone/>
              <a:defRPr sz="3150" b="0">
                <a:solidFill>
                  <a:srgbClr val="126C73"/>
                </a:solidFill>
                <a:latin typeface="Arial"/>
                <a:ea typeface="Arial"/>
                <a:cs typeface="Arial"/>
              </a:defRPr>
            </a:lvl6pPr>
            <a:lvl7pPr>
              <a:buNone/>
              <a:defRPr sz="3150" b="0">
                <a:solidFill>
                  <a:srgbClr val="126C73"/>
                </a:solidFill>
                <a:latin typeface="Arial"/>
                <a:ea typeface="Arial"/>
                <a:cs typeface="Arial"/>
              </a:defRPr>
            </a:lvl7pPr>
            <a:lvl8pPr>
              <a:buNone/>
              <a:defRPr sz="3150" b="0">
                <a:solidFill>
                  <a:srgbClr val="126C73"/>
                </a:solidFill>
                <a:latin typeface="Arial"/>
                <a:ea typeface="Arial"/>
                <a:cs typeface="Arial"/>
              </a:defRPr>
            </a:lvl8pPr>
            <a:lvl9pPr>
              <a:buNone/>
              <a:defRPr sz="3150" b="0">
                <a:solidFill>
                  <a:srgbClr val="126C73"/>
                </a:solidFill>
                <a:latin typeface="Arial"/>
                <a:ea typeface="Arial"/>
                <a:cs typeface="Arial"/>
              </a:defRPr>
            </a:lvl9pPr>
          </a:lstStyle>
          <a:p xmlns:a="http://schemas.openxmlformats.org/drawingml/2006/main">
            <a:pPr>
              <a:buNone/>
              <a:defRPr sz="3150" b="0">
                <a:solidFill>
                  <a:srgbClr val="126C73"/>
                </a:solidFill>
                <a:latin typeface="Arial"/>
                <a:ea typeface="Arial"/>
                <a:cs typeface="Arial"/>
              </a:defRPr>
            </a:pPr>
            <a:r>
              <a:rPr sz="3150" b="0">
                <a:solidFill>
                  <a:srgbClr val="126C73"/>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48DF18E7-380C-493C-A8C0-038ABE1A7462}"/>
              </a:ext>
            </a:extLst>
          </p:cNvPr>
          <p:cNvSpPr>
            <a:spLocks xmlns:a="http://schemas.openxmlformats.org/drawingml/2006/main" noGrp="1"/>
          </p:cNvSpPr>
          <p:nvPr/>
        </p:nvSpPr>
        <p:spPr>
          <a:xfrm xmlns:a="http://schemas.openxmlformats.org/drawingml/2006/main">
            <a:off x="7458075" y="20478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126C73"/>
                </a:solidFill>
                <a:latin typeface="Arial"/>
                <a:ea typeface="Arial"/>
                <a:cs typeface="Arial"/>
              </a:defRPr>
            </a:defPPr>
            <a:lvl1pPr>
              <a:buNone/>
              <a:defRPr sz="3150" b="0">
                <a:solidFill>
                  <a:srgbClr val="126C73"/>
                </a:solidFill>
                <a:latin typeface="Arial"/>
                <a:ea typeface="Arial"/>
                <a:cs typeface="Arial"/>
              </a:defRPr>
            </a:lvl1pPr>
            <a:lvl2pPr>
              <a:buNone/>
              <a:defRPr sz="3150" b="0">
                <a:solidFill>
                  <a:srgbClr val="126C73"/>
                </a:solidFill>
                <a:latin typeface="Arial"/>
                <a:ea typeface="Arial"/>
                <a:cs typeface="Arial"/>
              </a:defRPr>
            </a:lvl2pPr>
            <a:lvl3pPr>
              <a:buNone/>
              <a:defRPr sz="3150" b="0">
                <a:solidFill>
                  <a:srgbClr val="126C73"/>
                </a:solidFill>
                <a:latin typeface="Arial"/>
                <a:ea typeface="Arial"/>
                <a:cs typeface="Arial"/>
              </a:defRPr>
            </a:lvl3pPr>
            <a:lvl4pPr>
              <a:buNone/>
              <a:defRPr sz="3150" b="0">
                <a:solidFill>
                  <a:srgbClr val="126C73"/>
                </a:solidFill>
                <a:latin typeface="Arial"/>
                <a:ea typeface="Arial"/>
                <a:cs typeface="Arial"/>
              </a:defRPr>
            </a:lvl4pPr>
            <a:lvl5pPr>
              <a:buNone/>
              <a:defRPr sz="3150" b="0">
                <a:solidFill>
                  <a:srgbClr val="126C73"/>
                </a:solidFill>
                <a:latin typeface="Arial"/>
                <a:ea typeface="Arial"/>
                <a:cs typeface="Arial"/>
              </a:defRPr>
            </a:lvl5pPr>
            <a:lvl6pPr>
              <a:buNone/>
              <a:defRPr sz="3150" b="0">
                <a:solidFill>
                  <a:srgbClr val="126C73"/>
                </a:solidFill>
                <a:latin typeface="Arial"/>
                <a:ea typeface="Arial"/>
                <a:cs typeface="Arial"/>
              </a:defRPr>
            </a:lvl6pPr>
            <a:lvl7pPr>
              <a:buNone/>
              <a:defRPr sz="3150" b="0">
                <a:solidFill>
                  <a:srgbClr val="126C73"/>
                </a:solidFill>
                <a:latin typeface="Arial"/>
                <a:ea typeface="Arial"/>
                <a:cs typeface="Arial"/>
              </a:defRPr>
            </a:lvl7pPr>
            <a:lvl8pPr>
              <a:buNone/>
              <a:defRPr sz="3150" b="0">
                <a:solidFill>
                  <a:srgbClr val="126C73"/>
                </a:solidFill>
                <a:latin typeface="Arial"/>
                <a:ea typeface="Arial"/>
                <a:cs typeface="Arial"/>
              </a:defRPr>
            </a:lvl8pPr>
            <a:lvl9pPr>
              <a:buNone/>
              <a:defRPr sz="3150" b="0">
                <a:solidFill>
                  <a:srgbClr val="126C73"/>
                </a:solidFill>
                <a:latin typeface="Arial"/>
                <a:ea typeface="Arial"/>
                <a:cs typeface="Arial"/>
              </a:defRPr>
            </a:lvl9pPr>
          </a:lstStyle>
          <a:p xmlns:a="http://schemas.openxmlformats.org/drawingml/2006/main">
            <a:pPr>
              <a:buNone/>
              <a:defRPr sz="3150" b="0">
                <a:solidFill>
                  <a:srgbClr val="126C73"/>
                </a:solidFill>
                <a:latin typeface="Arial"/>
                <a:ea typeface="Arial"/>
                <a:cs typeface="Arial"/>
              </a:defRPr>
            </a:pPr>
            <a:r>
              <a:rPr sz="3150" b="0">
                <a:solidFill>
                  <a:srgbClr val="126C73"/>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4686046E-1F83-4376-A56E-42501B1E9BBD}"/>
              </a:ext>
            </a:extLst>
          </p:cNvPr>
          <p:cNvSpPr>
            <a:spLocks xmlns:a="http://schemas.openxmlformats.org/drawingml/2006/main" noGrp="1"/>
          </p:cNvSpPr>
          <p:nvPr/>
        </p:nvSpPr>
        <p:spPr>
          <a:xfrm xmlns:a="http://schemas.openxmlformats.org/drawingml/2006/main">
            <a:off x="9467850" y="3048000"/>
            <a:ext cx="52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126C73"/>
                </a:solidFill>
                <a:latin typeface="Arial"/>
                <a:ea typeface="Arial"/>
                <a:cs typeface="Arial"/>
              </a:defRPr>
            </a:defPPr>
            <a:lvl1pPr>
              <a:buNone/>
              <a:defRPr sz="3150" b="0">
                <a:solidFill>
                  <a:srgbClr val="126C73"/>
                </a:solidFill>
                <a:latin typeface="Arial"/>
                <a:ea typeface="Arial"/>
                <a:cs typeface="Arial"/>
              </a:defRPr>
            </a:lvl1pPr>
            <a:lvl2pPr>
              <a:buNone/>
              <a:defRPr sz="3150" b="0">
                <a:solidFill>
                  <a:srgbClr val="126C73"/>
                </a:solidFill>
                <a:latin typeface="Arial"/>
                <a:ea typeface="Arial"/>
                <a:cs typeface="Arial"/>
              </a:defRPr>
            </a:lvl2pPr>
            <a:lvl3pPr>
              <a:buNone/>
              <a:defRPr sz="3150" b="0">
                <a:solidFill>
                  <a:srgbClr val="126C73"/>
                </a:solidFill>
                <a:latin typeface="Arial"/>
                <a:ea typeface="Arial"/>
                <a:cs typeface="Arial"/>
              </a:defRPr>
            </a:lvl3pPr>
            <a:lvl4pPr>
              <a:buNone/>
              <a:defRPr sz="3150" b="0">
                <a:solidFill>
                  <a:srgbClr val="126C73"/>
                </a:solidFill>
                <a:latin typeface="Arial"/>
                <a:ea typeface="Arial"/>
                <a:cs typeface="Arial"/>
              </a:defRPr>
            </a:lvl4pPr>
            <a:lvl5pPr>
              <a:buNone/>
              <a:defRPr sz="3150" b="0">
                <a:solidFill>
                  <a:srgbClr val="126C73"/>
                </a:solidFill>
                <a:latin typeface="Arial"/>
                <a:ea typeface="Arial"/>
                <a:cs typeface="Arial"/>
              </a:defRPr>
            </a:lvl5pPr>
            <a:lvl6pPr>
              <a:buNone/>
              <a:defRPr sz="3150" b="0">
                <a:solidFill>
                  <a:srgbClr val="126C73"/>
                </a:solidFill>
                <a:latin typeface="Arial"/>
                <a:ea typeface="Arial"/>
                <a:cs typeface="Arial"/>
              </a:defRPr>
            </a:lvl6pPr>
            <a:lvl7pPr>
              <a:buNone/>
              <a:defRPr sz="3150" b="0">
                <a:solidFill>
                  <a:srgbClr val="126C73"/>
                </a:solidFill>
                <a:latin typeface="Arial"/>
                <a:ea typeface="Arial"/>
                <a:cs typeface="Arial"/>
              </a:defRPr>
            </a:lvl7pPr>
            <a:lvl8pPr>
              <a:buNone/>
              <a:defRPr sz="3150" b="0">
                <a:solidFill>
                  <a:srgbClr val="126C73"/>
                </a:solidFill>
                <a:latin typeface="Arial"/>
                <a:ea typeface="Arial"/>
                <a:cs typeface="Arial"/>
              </a:defRPr>
            </a:lvl8pPr>
            <a:lvl9pPr>
              <a:buNone/>
              <a:defRPr sz="3150" b="0">
                <a:solidFill>
                  <a:srgbClr val="126C73"/>
                </a:solidFill>
                <a:latin typeface="Arial"/>
                <a:ea typeface="Arial"/>
                <a:cs typeface="Arial"/>
              </a:defRPr>
            </a:lvl9pPr>
          </a:lstStyle>
          <a:p xmlns:a="http://schemas.openxmlformats.org/drawingml/2006/main">
            <a:pPr>
              <a:buNone/>
              <a:defRPr sz="3150" b="0">
                <a:solidFill>
                  <a:srgbClr val="126C73"/>
                </a:solidFill>
                <a:latin typeface="Arial"/>
                <a:ea typeface="Arial"/>
                <a:cs typeface="Arial"/>
              </a:defRPr>
            </a:pPr>
            <a:r>
              <a:rPr sz="3150" b="0">
                <a:solidFill>
                  <a:srgbClr val="126C73"/>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83C6BAFC-059C-4C6E-AE39-BC9CD6A1FE41}"/>
              </a:ext>
            </a:extLst>
          </p:cNvPr>
          <p:cNvSpPr>
            <a:spLocks xmlns:a="http://schemas.openxmlformats.org/drawingml/2006/main" noGrp="1"/>
          </p:cNvSpPr>
          <p:nvPr/>
        </p:nvSpPr>
        <p:spPr>
          <a:xfrm xmlns:a="http://schemas.openxmlformats.org/drawingml/2006/main">
            <a:off x="7458075" y="40005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126C73"/>
                </a:solidFill>
                <a:latin typeface="Arial"/>
                <a:ea typeface="Arial"/>
                <a:cs typeface="Arial"/>
              </a:defRPr>
            </a:defPPr>
            <a:lvl1pPr>
              <a:buNone/>
              <a:defRPr sz="3150" b="0">
                <a:solidFill>
                  <a:srgbClr val="126C73"/>
                </a:solidFill>
                <a:latin typeface="Arial"/>
                <a:ea typeface="Arial"/>
                <a:cs typeface="Arial"/>
              </a:defRPr>
            </a:lvl1pPr>
            <a:lvl2pPr>
              <a:buNone/>
              <a:defRPr sz="3150" b="0">
                <a:solidFill>
                  <a:srgbClr val="126C73"/>
                </a:solidFill>
                <a:latin typeface="Arial"/>
                <a:ea typeface="Arial"/>
                <a:cs typeface="Arial"/>
              </a:defRPr>
            </a:lvl2pPr>
            <a:lvl3pPr>
              <a:buNone/>
              <a:defRPr sz="3150" b="0">
                <a:solidFill>
                  <a:srgbClr val="126C73"/>
                </a:solidFill>
                <a:latin typeface="Arial"/>
                <a:ea typeface="Arial"/>
                <a:cs typeface="Arial"/>
              </a:defRPr>
            </a:lvl3pPr>
            <a:lvl4pPr>
              <a:buNone/>
              <a:defRPr sz="3150" b="0">
                <a:solidFill>
                  <a:srgbClr val="126C73"/>
                </a:solidFill>
                <a:latin typeface="Arial"/>
                <a:ea typeface="Arial"/>
                <a:cs typeface="Arial"/>
              </a:defRPr>
            </a:lvl4pPr>
            <a:lvl5pPr>
              <a:buNone/>
              <a:defRPr sz="3150" b="0">
                <a:solidFill>
                  <a:srgbClr val="126C73"/>
                </a:solidFill>
                <a:latin typeface="Arial"/>
                <a:ea typeface="Arial"/>
                <a:cs typeface="Arial"/>
              </a:defRPr>
            </a:lvl5pPr>
            <a:lvl6pPr>
              <a:buNone/>
              <a:defRPr sz="3150" b="0">
                <a:solidFill>
                  <a:srgbClr val="126C73"/>
                </a:solidFill>
                <a:latin typeface="Arial"/>
                <a:ea typeface="Arial"/>
                <a:cs typeface="Arial"/>
              </a:defRPr>
            </a:lvl6pPr>
            <a:lvl7pPr>
              <a:buNone/>
              <a:defRPr sz="3150" b="0">
                <a:solidFill>
                  <a:srgbClr val="126C73"/>
                </a:solidFill>
                <a:latin typeface="Arial"/>
                <a:ea typeface="Arial"/>
                <a:cs typeface="Arial"/>
              </a:defRPr>
            </a:lvl7pPr>
            <a:lvl8pPr>
              <a:buNone/>
              <a:defRPr sz="3150" b="0">
                <a:solidFill>
                  <a:srgbClr val="126C73"/>
                </a:solidFill>
                <a:latin typeface="Arial"/>
                <a:ea typeface="Arial"/>
                <a:cs typeface="Arial"/>
              </a:defRPr>
            </a:lvl8pPr>
            <a:lvl9pPr>
              <a:buNone/>
              <a:defRPr sz="3150" b="0">
                <a:solidFill>
                  <a:srgbClr val="126C73"/>
                </a:solidFill>
                <a:latin typeface="Arial"/>
                <a:ea typeface="Arial"/>
                <a:cs typeface="Arial"/>
              </a:defRPr>
            </a:lvl9pPr>
          </a:lstStyle>
          <a:p xmlns:a="http://schemas.openxmlformats.org/drawingml/2006/main">
            <a:pPr>
              <a:buNone/>
              <a:defRPr sz="3150" b="0">
                <a:solidFill>
                  <a:srgbClr val="126C73"/>
                </a:solidFill>
                <a:latin typeface="Arial"/>
                <a:ea typeface="Arial"/>
                <a:cs typeface="Arial"/>
              </a:defRPr>
            </a:pPr>
            <a:r>
              <a:rPr sz="3150" b="0">
                <a:solidFill>
                  <a:srgbClr val="126C73"/>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8917B585-A65F-4EE5-95F3-29890CE9F928}"/>
              </a:ext>
            </a:extLst>
          </p:cNvPr>
          <p:cNvSpPr>
            <a:spLocks xmlns:a="http://schemas.openxmlformats.org/drawingml/2006/main" noGrp="1"/>
          </p:cNvSpPr>
          <p:nvPr/>
        </p:nvSpPr>
        <p:spPr>
          <a:xfrm xmlns:a="http://schemas.openxmlformats.org/drawingml/2006/main">
            <a:off x="3648075" y="40005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126C73"/>
                </a:solidFill>
                <a:latin typeface="Arial"/>
                <a:ea typeface="Arial"/>
                <a:cs typeface="Arial"/>
              </a:defRPr>
            </a:defPPr>
            <a:lvl1pPr>
              <a:buNone/>
              <a:defRPr sz="3150" b="0">
                <a:solidFill>
                  <a:srgbClr val="126C73"/>
                </a:solidFill>
                <a:latin typeface="Arial"/>
                <a:ea typeface="Arial"/>
                <a:cs typeface="Arial"/>
              </a:defRPr>
            </a:lvl1pPr>
            <a:lvl2pPr>
              <a:buNone/>
              <a:defRPr sz="3150" b="0">
                <a:solidFill>
                  <a:srgbClr val="126C73"/>
                </a:solidFill>
                <a:latin typeface="Arial"/>
                <a:ea typeface="Arial"/>
                <a:cs typeface="Arial"/>
              </a:defRPr>
            </a:lvl2pPr>
            <a:lvl3pPr>
              <a:buNone/>
              <a:defRPr sz="3150" b="0">
                <a:solidFill>
                  <a:srgbClr val="126C73"/>
                </a:solidFill>
                <a:latin typeface="Arial"/>
                <a:ea typeface="Arial"/>
                <a:cs typeface="Arial"/>
              </a:defRPr>
            </a:lvl3pPr>
            <a:lvl4pPr>
              <a:buNone/>
              <a:defRPr sz="3150" b="0">
                <a:solidFill>
                  <a:srgbClr val="126C73"/>
                </a:solidFill>
                <a:latin typeface="Arial"/>
                <a:ea typeface="Arial"/>
                <a:cs typeface="Arial"/>
              </a:defRPr>
            </a:lvl4pPr>
            <a:lvl5pPr>
              <a:buNone/>
              <a:defRPr sz="3150" b="0">
                <a:solidFill>
                  <a:srgbClr val="126C73"/>
                </a:solidFill>
                <a:latin typeface="Arial"/>
                <a:ea typeface="Arial"/>
                <a:cs typeface="Arial"/>
              </a:defRPr>
            </a:lvl5pPr>
            <a:lvl6pPr>
              <a:buNone/>
              <a:defRPr sz="3150" b="0">
                <a:solidFill>
                  <a:srgbClr val="126C73"/>
                </a:solidFill>
                <a:latin typeface="Arial"/>
                <a:ea typeface="Arial"/>
                <a:cs typeface="Arial"/>
              </a:defRPr>
            </a:lvl6pPr>
            <a:lvl7pPr>
              <a:buNone/>
              <a:defRPr sz="3150" b="0">
                <a:solidFill>
                  <a:srgbClr val="126C73"/>
                </a:solidFill>
                <a:latin typeface="Arial"/>
                <a:ea typeface="Arial"/>
                <a:cs typeface="Arial"/>
              </a:defRPr>
            </a:lvl7pPr>
            <a:lvl8pPr>
              <a:buNone/>
              <a:defRPr sz="3150" b="0">
                <a:solidFill>
                  <a:srgbClr val="126C73"/>
                </a:solidFill>
                <a:latin typeface="Arial"/>
                <a:ea typeface="Arial"/>
                <a:cs typeface="Arial"/>
              </a:defRPr>
            </a:lvl8pPr>
            <a:lvl9pPr>
              <a:buNone/>
              <a:defRPr sz="3150" b="0">
                <a:solidFill>
                  <a:srgbClr val="126C73"/>
                </a:solidFill>
                <a:latin typeface="Arial"/>
                <a:ea typeface="Arial"/>
                <a:cs typeface="Arial"/>
              </a:defRPr>
            </a:lvl9pPr>
          </a:lstStyle>
          <a:p xmlns:a="http://schemas.openxmlformats.org/drawingml/2006/main">
            <a:pPr>
              <a:buNone/>
              <a:defRPr sz="3150" b="0">
                <a:solidFill>
                  <a:srgbClr val="126C73"/>
                </a:solidFill>
                <a:latin typeface="Arial"/>
                <a:ea typeface="Arial"/>
                <a:cs typeface="Arial"/>
              </a:defRPr>
            </a:pPr>
            <a:r>
              <a:rPr sz="3150" b="0">
                <a:solidFill>
                  <a:srgbClr val="126C73"/>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D694FF75-65A4-4C6A-A442-5C4118641521}"/>
              </a:ext>
            </a:extLst>
          </p:cNvPr>
          <p:cNvSpPr>
            <a:spLocks xmlns:a="http://schemas.openxmlformats.org/drawingml/2006/main" noGrp="1"/>
          </p:cNvSpPr>
          <p:nvPr/>
        </p:nvSpPr>
        <p:spPr>
          <a:xfrm xmlns:a="http://schemas.openxmlformats.org/drawingml/2006/main">
            <a:off x="609600" y="62293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46D"/>
                </a:solidFill>
                <a:latin typeface="Arial"/>
                <a:ea typeface="Arial"/>
                <a:cs typeface="Arial"/>
              </a:defRPr>
            </a:defPPr>
            <a:lvl1pPr>
              <a:buNone/>
              <a:defRPr sz="1200" b="0">
                <a:solidFill>
                  <a:srgbClr val="52646D"/>
                </a:solidFill>
                <a:latin typeface="Arial"/>
                <a:ea typeface="Arial"/>
                <a:cs typeface="Arial"/>
              </a:defRPr>
            </a:lvl1pPr>
            <a:lvl2pPr>
              <a:buNone/>
              <a:defRPr sz="1200" b="0">
                <a:solidFill>
                  <a:srgbClr val="52646D"/>
                </a:solidFill>
                <a:latin typeface="Arial"/>
                <a:ea typeface="Arial"/>
                <a:cs typeface="Arial"/>
              </a:defRPr>
            </a:lvl2pPr>
            <a:lvl3pPr>
              <a:buNone/>
              <a:defRPr sz="1200" b="0">
                <a:solidFill>
                  <a:srgbClr val="52646D"/>
                </a:solidFill>
                <a:latin typeface="Arial"/>
                <a:ea typeface="Arial"/>
                <a:cs typeface="Arial"/>
              </a:defRPr>
            </a:lvl3pPr>
            <a:lvl4pPr>
              <a:buNone/>
              <a:defRPr sz="1200" b="0">
                <a:solidFill>
                  <a:srgbClr val="52646D"/>
                </a:solidFill>
                <a:latin typeface="Arial"/>
                <a:ea typeface="Arial"/>
                <a:cs typeface="Arial"/>
              </a:defRPr>
            </a:lvl4pPr>
            <a:lvl5pPr>
              <a:buNone/>
              <a:defRPr sz="1200" b="0">
                <a:solidFill>
                  <a:srgbClr val="52646D"/>
                </a:solidFill>
                <a:latin typeface="Arial"/>
                <a:ea typeface="Arial"/>
                <a:cs typeface="Arial"/>
              </a:defRPr>
            </a:lvl5pPr>
            <a:lvl6pPr>
              <a:buNone/>
              <a:defRPr sz="1200" b="0">
                <a:solidFill>
                  <a:srgbClr val="52646D"/>
                </a:solidFill>
                <a:latin typeface="Arial"/>
                <a:ea typeface="Arial"/>
                <a:cs typeface="Arial"/>
              </a:defRPr>
            </a:lvl6pPr>
            <a:lvl7pPr>
              <a:buNone/>
              <a:defRPr sz="1200" b="0">
                <a:solidFill>
                  <a:srgbClr val="52646D"/>
                </a:solidFill>
                <a:latin typeface="Arial"/>
                <a:ea typeface="Arial"/>
                <a:cs typeface="Arial"/>
              </a:defRPr>
            </a:lvl7pPr>
            <a:lvl8pPr>
              <a:buNone/>
              <a:defRPr sz="1200" b="0">
                <a:solidFill>
                  <a:srgbClr val="52646D"/>
                </a:solidFill>
                <a:latin typeface="Arial"/>
                <a:ea typeface="Arial"/>
                <a:cs typeface="Arial"/>
              </a:defRPr>
            </a:lvl8pPr>
            <a:lvl9pPr>
              <a:buNone/>
              <a:defRPr sz="1200" b="0">
                <a:solidFill>
                  <a:srgbClr val="52646D"/>
                </a:solidFill>
                <a:latin typeface="Arial"/>
                <a:ea typeface="Arial"/>
                <a:cs typeface="Arial"/>
              </a:defRPr>
            </a:lvl9pPr>
          </a:lstStyle>
          <a:p xmlns:a="http://schemas.openxmlformats.org/drawingml/2006/main">
            <a:pPr>
              <a:buNone/>
              <a:defRPr sz="1500" b="0">
                <a:solidFill>
                  <a:srgbClr val="52646D"/>
                </a:solidFill>
                <a:latin typeface="Arial"/>
                <a:ea typeface="Arial"/>
                <a:cs typeface="Arial"/>
              </a:defRPr>
            </a:pPr>
            <a:r>
              <a:rPr sz="1500" b="0">
                <a:solidFill>
                  <a:srgbClr val="52646D"/>
                </a:solidFill>
                <a:latin typeface="Arial"/>
                <a:ea typeface="Arial"/>
                <a:cs typeface="Arial"/>
              </a:rPr>
              <a:t>FastAPI runs inference locally; SQLite and private files retain reports, model files and review history.</a:t>
            </a:r>
          </a:p>
        </p:txBody>
      </p:sp>
      <p:sp>
        <p:nvSpPr>
          <p:cNvPr id="27" name="02">
            <a:extLst xmlns:a="http://schemas.openxmlformats.org/drawingml/2006/main">
              <a:ext uri="{FF2B5EF4-FFF2-40B4-BE49-F238E27FC236}">
                <a16:creationId xmlns:a16="http://schemas.microsoft.com/office/drawing/2014/main" id="{D66470A4-5959-431B-93BE-E5803F1A54B5}"/>
              </a:ext>
            </a:extLst>
          </p:cNvPr>
          <p:cNvSpPr>
            <a:spLocks xmlns:a="http://schemas.openxmlformats.org/drawingml/2006/main" noGrp="1"/>
          </p:cNvSpPr>
          <p:nvPr/>
        </p:nvSpPr>
        <p:spPr>
          <a:xfrm xmlns:a="http://schemas.openxmlformats.org/drawingml/2006/main">
            <a:off x="11353800" y="62484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46D"/>
                </a:solidFill>
                <a:latin typeface="Arial"/>
                <a:ea typeface="Arial"/>
                <a:cs typeface="Arial"/>
              </a:defRPr>
            </a:defPPr>
            <a:lvl1pPr>
              <a:defRPr sz="1275" b="0">
                <a:solidFill>
                  <a:srgbClr val="52646D"/>
                </a:solidFill>
                <a:latin typeface="Arial"/>
                <a:ea typeface="Arial"/>
                <a:cs typeface="Arial"/>
              </a:defRPr>
            </a:lvl1pPr>
            <a:lvl2pPr>
              <a:defRPr sz="1275" b="0">
                <a:solidFill>
                  <a:srgbClr val="52646D"/>
                </a:solidFill>
                <a:latin typeface="Arial"/>
                <a:ea typeface="Arial"/>
                <a:cs typeface="Arial"/>
              </a:defRPr>
            </a:lvl2pPr>
            <a:lvl3pPr>
              <a:defRPr sz="1275" b="0">
                <a:solidFill>
                  <a:srgbClr val="52646D"/>
                </a:solidFill>
                <a:latin typeface="Arial"/>
                <a:ea typeface="Arial"/>
                <a:cs typeface="Arial"/>
              </a:defRPr>
            </a:lvl3pPr>
            <a:lvl4pPr>
              <a:defRPr sz="1275" b="0">
                <a:solidFill>
                  <a:srgbClr val="52646D"/>
                </a:solidFill>
                <a:latin typeface="Arial"/>
                <a:ea typeface="Arial"/>
                <a:cs typeface="Arial"/>
              </a:defRPr>
            </a:lvl4pPr>
            <a:lvl5pPr>
              <a:defRPr sz="1275" b="0">
                <a:solidFill>
                  <a:srgbClr val="52646D"/>
                </a:solidFill>
                <a:latin typeface="Arial"/>
                <a:ea typeface="Arial"/>
                <a:cs typeface="Arial"/>
              </a:defRPr>
            </a:lvl5pPr>
            <a:lvl6pPr>
              <a:defRPr sz="1275" b="0">
                <a:solidFill>
                  <a:srgbClr val="52646D"/>
                </a:solidFill>
                <a:latin typeface="Arial"/>
                <a:ea typeface="Arial"/>
                <a:cs typeface="Arial"/>
              </a:defRPr>
            </a:lvl6pPr>
            <a:lvl7pPr>
              <a:defRPr sz="1275" b="0">
                <a:solidFill>
                  <a:srgbClr val="52646D"/>
                </a:solidFill>
                <a:latin typeface="Arial"/>
                <a:ea typeface="Arial"/>
                <a:cs typeface="Arial"/>
              </a:defRPr>
            </a:lvl7pPr>
            <a:lvl8pPr>
              <a:defRPr sz="1275" b="0">
                <a:solidFill>
                  <a:srgbClr val="52646D"/>
                </a:solidFill>
                <a:latin typeface="Arial"/>
                <a:ea typeface="Arial"/>
                <a:cs typeface="Arial"/>
              </a:defRPr>
            </a:lvl8pPr>
            <a:lvl9pPr>
              <a:defRPr sz="1275" b="0">
                <a:solidFill>
                  <a:srgbClr val="52646D"/>
                </a:solidFill>
                <a:latin typeface="Arial"/>
                <a:ea typeface="Arial"/>
                <a:cs typeface="Arial"/>
              </a:defRPr>
            </a:lvl9pPr>
          </a:lstStyle>
          <a:p xmlns:a="http://schemas.openxmlformats.org/drawingml/2006/main">
            <a:pPr>
              <a:defRPr sz="1275" b="0">
                <a:solidFill>
                  <a:srgbClr val="52646D"/>
                </a:solidFill>
                <a:latin typeface="Arial"/>
                <a:ea typeface="Arial"/>
                <a:cs typeface="Arial"/>
              </a:defRPr>
            </a:pPr>
            <a:r>
              <a:rPr sz="1275" b="0">
                <a:solidFill>
                  <a:srgbClr val="52646D"/>
                </a:solidFill>
                <a:latin typeface="Arial"/>
                <a:ea typeface="Arial"/>
                <a:cs typeface="Arial"/>
              </a:rPr>
              <a:t>02</a:t>
            </a:r>
          </a:p>
        </p:txBody>
      </p:sp>
    </p:spTree>
    <p:extLst>
      <p:ext uri="{BB962C8B-B14F-4D97-AF65-F5344CB8AC3E}">
        <p14:creationId xmlns:p14="http://schemas.microsoft.com/office/powerpoint/2010/main" val="781338025"/>
      </p:ext>
    </p:extLst>
  </p:cSld>
</p:sld>
</file>

<file path=ppt/slides/slide3.xml><?xml version="1.0" encoding="utf-8"?>
<p:sld xmlns:p="http://schemas.openxmlformats.org/presentationml/2006/main">
  <p:cSld>
    <p:bg>
      <p:bgPr>
        <a:solidFill xmlns:a="http://schemas.openxmlformats.org/drawingml/2006/main">
          <a:srgbClr val="10242F"/>
        </a:solidFill>
      </p:bgPr>
    </p:bg>
    <p:spTree>
      <p:nvGrpSpPr>
        <p:cNvPr id="1" name=""/>
        <p:cNvGrpSpPr/>
        <p:nvPr/>
      </p:nvGrpSpPr>
      <p:grpSpPr>
        <a:xfrm xmlns:a="http://schemas.openxmlformats.org/drawingml/2006/main"/>
      </p:grpSpPr>
      <p:sp>
        <p:nvSpPr>
          <p:cNvPr id="9" name="Every prediction stays reviewable">
            <a:extLst xmlns:a="http://schemas.openxmlformats.org/drawingml/2006/main">
              <a:ext uri="{FF2B5EF4-FFF2-40B4-BE49-F238E27FC236}">
                <a16:creationId xmlns:a16="http://schemas.microsoft.com/office/drawing/2014/main" id="{A29854A3-DBC6-4410-BAA8-C0ECA61002FC}"/>
              </a:ext>
            </a:extLst>
          </p:cNvPr>
          <p:cNvSpPr>
            <a:spLocks xmlns:a="http://schemas.openxmlformats.org/drawingml/2006/main" noGrp="1"/>
          </p:cNvSpPr>
          <p:nvPr/>
        </p:nvSpPr>
        <p:spPr>
          <a:xfrm xmlns:a="http://schemas.openxmlformats.org/drawingml/2006/main">
            <a:off x="609600" y="4191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Every prediction stays reviewable</a:t>
            </a:r>
          </a:p>
        </p:txBody>
      </p:sp>
      <p:pic>
        <p:nvPicPr>
          <p:cNvPr id="2" name="">
            <a:extLst xmlns:a="http://schemas.openxmlformats.org/drawingml/2006/main">
              <a:ext uri="{FF2B5EF4-FFF2-40B4-BE49-F238E27FC236}">
                <a16:creationId xmlns:a16="http://schemas.microsoft.com/office/drawing/2014/main" id="{623922C3-1512-4159-957A-52005AEA5A95}"/>
              </a:ext>
            </a:extLst>
          </p:cNvPr>
          <p:cNvPicPr>
            <a:picLocks xmlns:a="http://schemas.openxmlformats.org/drawingml/2006/main" noChangeAspect="1"/>
          </p:cNvPicPr>
          <p:nvPr/>
        </p:nvPicPr>
        <p:blipFill>
          <a:blip xmlns:r="http://schemas.openxmlformats.org/officeDocument/2006/relationships" xmlns:a="http://schemas.openxmlformats.org/drawingml/2006/main" r:embed="Rbd19f1d2e4534d28"/>
          <a:srcRect xmlns:a="http://schemas.openxmlformats.org/drawingml/2006/main" l="38592" t="0" r="0" b="34217"/>
          <a:stretch xmlns:a="http://schemas.openxmlformats.org/drawingml/2006/main"/>
        </p:blipFill>
        <p:spPr>
          <a:xfrm xmlns:a="http://schemas.openxmlformats.org/drawingml/2006/main">
            <a:off x="4953000" y="1666875"/>
            <a:ext cx="6667500" cy="4048125"/>
          </a:xfrm>
          <a:prstGeom xmlns:a="http://schemas.openxmlformats.org/drawingml/2006/main" prst="rect">
            <a:avLst/>
          </a:prstGeom>
        </p:spPr>
      </p:pic>
      <p:sp>
        <p:nvSpPr>
          <p:cNvPr id="3" name="Inspect the boxes">
            <a:extLst xmlns:a="http://schemas.openxmlformats.org/drawingml/2006/main">
              <a:ext uri="{FF2B5EF4-FFF2-40B4-BE49-F238E27FC236}">
                <a16:creationId xmlns:a16="http://schemas.microsoft.com/office/drawing/2014/main" id="{958F6BDC-1D55-4CEF-8F8A-8D4FB3509B11}"/>
              </a:ext>
            </a:extLst>
          </p:cNvPr>
          <p:cNvSpPr>
            <a:spLocks xmlns:a="http://schemas.openxmlformats.org/drawingml/2006/main" noGrp="1"/>
          </p:cNvSpPr>
          <p:nvPr/>
        </p:nvSpPr>
        <p:spPr>
          <a:xfrm xmlns:a="http://schemas.openxmlformats.org/drawingml/2006/main">
            <a:off x="609600" y="175260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D9F56B"/>
                </a:solidFill>
                <a:latin typeface="Arial"/>
                <a:ea typeface="Arial"/>
                <a:cs typeface="Arial"/>
              </a:defRPr>
            </a:defPPr>
            <a:lvl1pPr>
              <a:defRPr sz="2400" b="1">
                <a:solidFill>
                  <a:srgbClr val="D9F56B"/>
                </a:solidFill>
                <a:latin typeface="Arial"/>
                <a:ea typeface="Arial"/>
                <a:cs typeface="Arial"/>
              </a:defRPr>
            </a:lvl1pPr>
            <a:lvl2pPr>
              <a:defRPr sz="2400" b="1">
                <a:solidFill>
                  <a:srgbClr val="D9F56B"/>
                </a:solidFill>
                <a:latin typeface="Arial"/>
                <a:ea typeface="Arial"/>
                <a:cs typeface="Arial"/>
              </a:defRPr>
            </a:lvl2pPr>
            <a:lvl3pPr>
              <a:defRPr sz="2400" b="1">
                <a:solidFill>
                  <a:srgbClr val="D9F56B"/>
                </a:solidFill>
                <a:latin typeface="Arial"/>
                <a:ea typeface="Arial"/>
                <a:cs typeface="Arial"/>
              </a:defRPr>
            </a:lvl3pPr>
            <a:lvl4pPr>
              <a:defRPr sz="2400" b="1">
                <a:solidFill>
                  <a:srgbClr val="D9F56B"/>
                </a:solidFill>
                <a:latin typeface="Arial"/>
                <a:ea typeface="Arial"/>
                <a:cs typeface="Arial"/>
              </a:defRPr>
            </a:lvl4pPr>
            <a:lvl5pPr>
              <a:defRPr sz="2400" b="1">
                <a:solidFill>
                  <a:srgbClr val="D9F56B"/>
                </a:solidFill>
                <a:latin typeface="Arial"/>
                <a:ea typeface="Arial"/>
                <a:cs typeface="Arial"/>
              </a:defRPr>
            </a:lvl5pPr>
            <a:lvl6pPr>
              <a:defRPr sz="2400" b="1">
                <a:solidFill>
                  <a:srgbClr val="D9F56B"/>
                </a:solidFill>
                <a:latin typeface="Arial"/>
                <a:ea typeface="Arial"/>
                <a:cs typeface="Arial"/>
              </a:defRPr>
            </a:lvl6pPr>
            <a:lvl7pPr>
              <a:defRPr sz="2400" b="1">
                <a:solidFill>
                  <a:srgbClr val="D9F56B"/>
                </a:solidFill>
                <a:latin typeface="Arial"/>
                <a:ea typeface="Arial"/>
                <a:cs typeface="Arial"/>
              </a:defRPr>
            </a:lvl7pPr>
            <a:lvl8pPr>
              <a:defRPr sz="2400" b="1">
                <a:solidFill>
                  <a:srgbClr val="D9F56B"/>
                </a:solidFill>
                <a:latin typeface="Arial"/>
                <a:ea typeface="Arial"/>
                <a:cs typeface="Arial"/>
              </a:defRPr>
            </a:lvl8pPr>
            <a:lvl9pPr>
              <a:defRPr sz="2400" b="1">
                <a:solidFill>
                  <a:srgbClr val="D9F56B"/>
                </a:solidFill>
                <a:latin typeface="Arial"/>
                <a:ea typeface="Arial"/>
                <a:cs typeface="Arial"/>
              </a:defRPr>
            </a:lvl9pPr>
          </a:lstStyle>
          <a:p xmlns:a="http://schemas.openxmlformats.org/drawingml/2006/main">
            <a:pPr>
              <a:defRPr sz="2400" b="1">
                <a:solidFill>
                  <a:srgbClr val="D9F56B"/>
                </a:solidFill>
                <a:latin typeface="Arial"/>
                <a:ea typeface="Arial"/>
                <a:cs typeface="Arial"/>
              </a:defRPr>
            </a:pPr>
            <a:r>
              <a:rPr sz="2400" b="1">
                <a:solidFill>
                  <a:srgbClr val="D9F56B"/>
                </a:solidFill>
                <a:latin typeface="Arial"/>
                <a:ea typeface="Arial"/>
                <a:cs typeface="Arial"/>
              </a:rPr>
              <a:t>Inspect the boxes</a:t>
            </a:r>
          </a:p>
        </p:txBody>
      </p:sp>
      <p:sp>
        <p:nvSpPr>
          <p:cNvPr id="4" name="Correct locations or labels.">
            <a:extLst xmlns:a="http://schemas.openxmlformats.org/drawingml/2006/main">
              <a:ext uri="{FF2B5EF4-FFF2-40B4-BE49-F238E27FC236}">
                <a16:creationId xmlns:a16="http://schemas.microsoft.com/office/drawing/2014/main" id="{28B4485A-D303-41BD-A754-7FB539E3D8B6}"/>
              </a:ext>
            </a:extLst>
          </p:cNvPr>
          <p:cNvSpPr>
            <a:spLocks xmlns:a="http://schemas.openxmlformats.org/drawingml/2006/main" noGrp="1"/>
          </p:cNvSpPr>
          <p:nvPr/>
        </p:nvSpPr>
        <p:spPr>
          <a:xfrm xmlns:a="http://schemas.openxmlformats.org/drawingml/2006/main">
            <a:off x="609600" y="2343150"/>
            <a:ext cx="3905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Correct locations or labels.</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Save a note and review status.</a:t>
            </a:r>
          </a:p>
        </p:txBody>
      </p:sp>
      <p:sp>
        <p:nvSpPr>
          <p:cNvPr id="5" name="Keep the human decision">
            <a:extLst xmlns:a="http://schemas.openxmlformats.org/drawingml/2006/main">
              <a:ext uri="{FF2B5EF4-FFF2-40B4-BE49-F238E27FC236}">
                <a16:creationId xmlns:a16="http://schemas.microsoft.com/office/drawing/2014/main" id="{688059EA-E437-4A29-BF8B-9F4708CA6966}"/>
              </a:ext>
            </a:extLst>
          </p:cNvPr>
          <p:cNvSpPr>
            <a:spLocks xmlns:a="http://schemas.openxmlformats.org/drawingml/2006/main" noGrp="1"/>
          </p:cNvSpPr>
          <p:nvPr/>
        </p:nvSpPr>
        <p:spPr>
          <a:xfrm xmlns:a="http://schemas.openxmlformats.org/drawingml/2006/main">
            <a:off x="609600" y="37623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D9F56B"/>
                </a:solidFill>
                <a:latin typeface="Arial"/>
                <a:ea typeface="Arial"/>
                <a:cs typeface="Arial"/>
              </a:defRPr>
            </a:defPPr>
            <a:lvl1pPr>
              <a:defRPr sz="2250" b="1">
                <a:solidFill>
                  <a:srgbClr val="D9F56B"/>
                </a:solidFill>
                <a:latin typeface="Arial"/>
                <a:ea typeface="Arial"/>
                <a:cs typeface="Arial"/>
              </a:defRPr>
            </a:lvl1pPr>
            <a:lvl2pPr>
              <a:defRPr sz="2250" b="1">
                <a:solidFill>
                  <a:srgbClr val="D9F56B"/>
                </a:solidFill>
                <a:latin typeface="Arial"/>
                <a:ea typeface="Arial"/>
                <a:cs typeface="Arial"/>
              </a:defRPr>
            </a:lvl2pPr>
            <a:lvl3pPr>
              <a:defRPr sz="2250" b="1">
                <a:solidFill>
                  <a:srgbClr val="D9F56B"/>
                </a:solidFill>
                <a:latin typeface="Arial"/>
                <a:ea typeface="Arial"/>
                <a:cs typeface="Arial"/>
              </a:defRPr>
            </a:lvl3pPr>
            <a:lvl4pPr>
              <a:defRPr sz="2250" b="1">
                <a:solidFill>
                  <a:srgbClr val="D9F56B"/>
                </a:solidFill>
                <a:latin typeface="Arial"/>
                <a:ea typeface="Arial"/>
                <a:cs typeface="Arial"/>
              </a:defRPr>
            </a:lvl4pPr>
            <a:lvl5pPr>
              <a:defRPr sz="2250" b="1">
                <a:solidFill>
                  <a:srgbClr val="D9F56B"/>
                </a:solidFill>
                <a:latin typeface="Arial"/>
                <a:ea typeface="Arial"/>
                <a:cs typeface="Arial"/>
              </a:defRPr>
            </a:lvl5pPr>
            <a:lvl6pPr>
              <a:defRPr sz="2250" b="1">
                <a:solidFill>
                  <a:srgbClr val="D9F56B"/>
                </a:solidFill>
                <a:latin typeface="Arial"/>
                <a:ea typeface="Arial"/>
                <a:cs typeface="Arial"/>
              </a:defRPr>
            </a:lvl6pPr>
            <a:lvl7pPr>
              <a:defRPr sz="2250" b="1">
                <a:solidFill>
                  <a:srgbClr val="D9F56B"/>
                </a:solidFill>
                <a:latin typeface="Arial"/>
                <a:ea typeface="Arial"/>
                <a:cs typeface="Arial"/>
              </a:defRPr>
            </a:lvl7pPr>
            <a:lvl8pPr>
              <a:defRPr sz="2250" b="1">
                <a:solidFill>
                  <a:srgbClr val="D9F56B"/>
                </a:solidFill>
                <a:latin typeface="Arial"/>
                <a:ea typeface="Arial"/>
                <a:cs typeface="Arial"/>
              </a:defRPr>
            </a:lvl8pPr>
            <a:lvl9pPr>
              <a:defRPr sz="2250" b="1">
                <a:solidFill>
                  <a:srgbClr val="D9F56B"/>
                </a:solidFill>
                <a:latin typeface="Arial"/>
                <a:ea typeface="Arial"/>
                <a:cs typeface="Arial"/>
              </a:defRPr>
            </a:lvl9pPr>
          </a:lstStyle>
          <a:p xmlns:a="http://schemas.openxmlformats.org/drawingml/2006/main">
            <a:pPr>
              <a:defRPr sz="2250" b="1">
                <a:solidFill>
                  <a:srgbClr val="D9F56B"/>
                </a:solidFill>
                <a:latin typeface="Arial"/>
                <a:ea typeface="Arial"/>
                <a:cs typeface="Arial"/>
              </a:defRPr>
            </a:pPr>
            <a:r>
              <a:rPr sz="2250" b="1">
                <a:solidFill>
                  <a:srgbClr val="D9F56B"/>
                </a:solidFill>
                <a:latin typeface="Arial"/>
                <a:ea typeface="Arial"/>
                <a:cs typeface="Arial"/>
              </a:rPr>
              <a:t>Keep the human decision</a:t>
            </a:r>
          </a:p>
        </p:txBody>
      </p:sp>
      <p:sp>
        <p:nvSpPr>
          <p:cNvPr id="6" name="Model voting is advice.">
            <a:extLst xmlns:a="http://schemas.openxmlformats.org/drawingml/2006/main">
              <a:ext uri="{FF2B5EF4-FFF2-40B4-BE49-F238E27FC236}">
                <a16:creationId xmlns:a16="http://schemas.microsoft.com/office/drawing/2014/main" id="{F5B043E3-BD72-4F06-A181-52C7452DD940}"/>
              </a:ext>
            </a:extLst>
          </p:cNvPr>
          <p:cNvSpPr>
            <a:spLocks xmlns:a="http://schemas.openxmlformats.org/drawingml/2006/main" noGrp="1"/>
          </p:cNvSpPr>
          <p:nvPr/>
        </p:nvSpPr>
        <p:spPr>
          <a:xfrm xmlns:a="http://schemas.openxmlformats.org/drawingml/2006/main">
            <a:off x="609600" y="4343400"/>
            <a:ext cx="4048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FFFFFF"/>
                </a:solidFill>
                <a:latin typeface="Arial"/>
                <a:ea typeface="Arial"/>
                <a:cs typeface="Arial"/>
              </a:defRPr>
            </a:defPPr>
            <a:lvl1pPr>
              <a:defRPr sz="1950" b="0">
                <a:solidFill>
                  <a:srgbClr val="FFFFFF"/>
                </a:solidFill>
                <a:latin typeface="Arial"/>
                <a:ea typeface="Arial"/>
                <a:cs typeface="Arial"/>
              </a:defRPr>
            </a:lvl1pPr>
            <a:lvl2pPr>
              <a:defRPr sz="1950" b="0">
                <a:solidFill>
                  <a:srgbClr val="FFFFFF"/>
                </a:solidFill>
                <a:latin typeface="Arial"/>
                <a:ea typeface="Arial"/>
                <a:cs typeface="Arial"/>
              </a:defRPr>
            </a:lvl2pPr>
            <a:lvl3pPr>
              <a:defRPr sz="1950" b="0">
                <a:solidFill>
                  <a:srgbClr val="FFFFFF"/>
                </a:solidFill>
                <a:latin typeface="Arial"/>
                <a:ea typeface="Arial"/>
                <a:cs typeface="Arial"/>
              </a:defRPr>
            </a:lvl3pPr>
            <a:lvl4pPr>
              <a:defRPr sz="1950" b="0">
                <a:solidFill>
                  <a:srgbClr val="FFFFFF"/>
                </a:solidFill>
                <a:latin typeface="Arial"/>
                <a:ea typeface="Arial"/>
                <a:cs typeface="Arial"/>
              </a:defRPr>
            </a:lvl4pPr>
            <a:lvl5pPr>
              <a:defRPr sz="1950" b="0">
                <a:solidFill>
                  <a:srgbClr val="FFFFFF"/>
                </a:solidFill>
                <a:latin typeface="Arial"/>
                <a:ea typeface="Arial"/>
                <a:cs typeface="Arial"/>
              </a:defRPr>
            </a:lvl5pPr>
            <a:lvl6pPr>
              <a:defRPr sz="1950" b="0">
                <a:solidFill>
                  <a:srgbClr val="FFFFFF"/>
                </a:solidFill>
                <a:latin typeface="Arial"/>
                <a:ea typeface="Arial"/>
                <a:cs typeface="Arial"/>
              </a:defRPr>
            </a:lvl6pPr>
            <a:lvl7pPr>
              <a:defRPr sz="1950" b="0">
                <a:solidFill>
                  <a:srgbClr val="FFFFFF"/>
                </a:solidFill>
                <a:latin typeface="Arial"/>
                <a:ea typeface="Arial"/>
                <a:cs typeface="Arial"/>
              </a:defRPr>
            </a:lvl7pPr>
            <a:lvl8pPr>
              <a:defRPr sz="1950" b="0">
                <a:solidFill>
                  <a:srgbClr val="FFFFFF"/>
                </a:solidFill>
                <a:latin typeface="Arial"/>
                <a:ea typeface="Arial"/>
                <a:cs typeface="Arial"/>
              </a:defRPr>
            </a:lvl8pPr>
            <a:lvl9pPr>
              <a:defRPr sz="1950" b="0">
                <a:solidFill>
                  <a:srgbClr val="FFFFFF"/>
                </a:solidFill>
                <a:latin typeface="Arial"/>
                <a:ea typeface="Arial"/>
                <a:cs typeface="Arial"/>
              </a:defRPr>
            </a:lvl9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Model voting is advice.</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A reviewer can choose a single</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model even against a majority.</a:t>
            </a:r>
          </a:p>
        </p:txBody>
      </p:sp>
      <p:sp>
        <p:nvSpPr>
          <p:cNvPr id="7" name="Current demo report, 27 Oct · Example boxes d">
            <a:extLst xmlns:a="http://schemas.openxmlformats.org/drawingml/2006/main">
              <a:ext uri="{FF2B5EF4-FFF2-40B4-BE49-F238E27FC236}">
                <a16:creationId xmlns:a16="http://schemas.microsoft.com/office/drawing/2014/main" id="{B1BE132A-CC08-4E0C-86DA-947F8BF5CF78}"/>
              </a:ext>
            </a:extLst>
          </p:cNvPr>
          <p:cNvSpPr>
            <a:spLocks xmlns:a="http://schemas.openxmlformats.org/drawingml/2006/main" noGrp="1"/>
          </p:cNvSpPr>
          <p:nvPr/>
        </p:nvSpPr>
        <p:spPr>
          <a:xfrm xmlns:a="http://schemas.openxmlformats.org/drawingml/2006/main">
            <a:off x="609600" y="61912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DD0D9"/>
                </a:solidFill>
                <a:latin typeface="Arial"/>
                <a:ea typeface="Arial"/>
                <a:cs typeface="Arial"/>
              </a:defRPr>
            </a:defPPr>
            <a:lvl1pPr>
              <a:defRPr sz="1350" b="0">
                <a:solidFill>
                  <a:srgbClr val="BDD0D9"/>
                </a:solidFill>
                <a:latin typeface="Arial"/>
                <a:ea typeface="Arial"/>
                <a:cs typeface="Arial"/>
              </a:defRPr>
            </a:lvl1pPr>
            <a:lvl2pPr>
              <a:defRPr sz="1350" b="0">
                <a:solidFill>
                  <a:srgbClr val="BDD0D9"/>
                </a:solidFill>
                <a:latin typeface="Arial"/>
                <a:ea typeface="Arial"/>
                <a:cs typeface="Arial"/>
              </a:defRPr>
            </a:lvl2pPr>
            <a:lvl3pPr>
              <a:defRPr sz="1350" b="0">
                <a:solidFill>
                  <a:srgbClr val="BDD0D9"/>
                </a:solidFill>
                <a:latin typeface="Arial"/>
                <a:ea typeface="Arial"/>
                <a:cs typeface="Arial"/>
              </a:defRPr>
            </a:lvl3pPr>
            <a:lvl4pPr>
              <a:defRPr sz="1350" b="0">
                <a:solidFill>
                  <a:srgbClr val="BDD0D9"/>
                </a:solidFill>
                <a:latin typeface="Arial"/>
                <a:ea typeface="Arial"/>
                <a:cs typeface="Arial"/>
              </a:defRPr>
            </a:lvl4pPr>
            <a:lvl5pPr>
              <a:defRPr sz="1350" b="0">
                <a:solidFill>
                  <a:srgbClr val="BDD0D9"/>
                </a:solidFill>
                <a:latin typeface="Arial"/>
                <a:ea typeface="Arial"/>
                <a:cs typeface="Arial"/>
              </a:defRPr>
            </a:lvl5pPr>
            <a:lvl6pPr>
              <a:defRPr sz="1350" b="0">
                <a:solidFill>
                  <a:srgbClr val="BDD0D9"/>
                </a:solidFill>
                <a:latin typeface="Arial"/>
                <a:ea typeface="Arial"/>
                <a:cs typeface="Arial"/>
              </a:defRPr>
            </a:lvl6pPr>
            <a:lvl7pPr>
              <a:defRPr sz="1350" b="0">
                <a:solidFill>
                  <a:srgbClr val="BDD0D9"/>
                </a:solidFill>
                <a:latin typeface="Arial"/>
                <a:ea typeface="Arial"/>
                <a:cs typeface="Arial"/>
              </a:defRPr>
            </a:lvl7pPr>
            <a:lvl8pPr>
              <a:defRPr sz="1350" b="0">
                <a:solidFill>
                  <a:srgbClr val="BDD0D9"/>
                </a:solidFill>
                <a:latin typeface="Arial"/>
                <a:ea typeface="Arial"/>
                <a:cs typeface="Arial"/>
              </a:defRPr>
            </a:lvl8pPr>
            <a:lvl9pPr>
              <a:defRPr sz="1350" b="0">
                <a:solidFill>
                  <a:srgbClr val="BDD0D9"/>
                </a:solidFill>
                <a:latin typeface="Arial"/>
                <a:ea typeface="Arial"/>
                <a:cs typeface="Arial"/>
              </a:defRPr>
            </a:lvl9pPr>
          </a:lstStyle>
          <a:p xmlns:a="http://schemas.openxmlformats.org/drawingml/2006/main">
            <a:pPr>
              <a:defRPr sz="1350" b="0">
                <a:solidFill>
                  <a:srgbClr val="BDD0D9"/>
                </a:solidFill>
                <a:latin typeface="Arial"/>
                <a:ea typeface="Arial"/>
                <a:cs typeface="Arial"/>
              </a:defRPr>
            </a:pPr>
            <a:r>
              <a:rPr sz="1350" b="0">
                <a:solidFill>
                  <a:srgbClr val="BDD0D9"/>
                </a:solidFill>
                <a:latin typeface="Arial"/>
                <a:ea typeface="Arial"/>
                <a:cs typeface="Arial"/>
              </a:rPr>
              <a:t>Public edition: owned review controls replace a road-photo example; workflow illustration, not accuracy evidence.</a:t>
            </a:r>
          </a:p>
        </p:txBody>
      </p:sp>
      <p:sp>
        <p:nvSpPr>
          <p:cNvPr id="8" name="03">
            <a:extLst xmlns:a="http://schemas.openxmlformats.org/drawingml/2006/main">
              <a:ext uri="{FF2B5EF4-FFF2-40B4-BE49-F238E27FC236}">
                <a16:creationId xmlns:a16="http://schemas.microsoft.com/office/drawing/2014/main" id="{E085474E-63E6-4B26-8AE9-17BD322F28CD}"/>
              </a:ext>
            </a:extLst>
          </p:cNvPr>
          <p:cNvSpPr>
            <a:spLocks xmlns:a="http://schemas.openxmlformats.org/drawingml/2006/main" noGrp="1"/>
          </p:cNvSpPr>
          <p:nvPr/>
        </p:nvSpPr>
        <p:spPr>
          <a:xfrm xmlns:a="http://schemas.openxmlformats.org/drawingml/2006/main">
            <a:off x="11353800" y="62484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DD0D9"/>
                </a:solidFill>
                <a:latin typeface="Arial"/>
                <a:ea typeface="Arial"/>
                <a:cs typeface="Arial"/>
              </a:defRPr>
            </a:defPPr>
            <a:lvl1pPr>
              <a:defRPr sz="1275" b="0">
                <a:solidFill>
                  <a:srgbClr val="BDD0D9"/>
                </a:solidFill>
                <a:latin typeface="Arial"/>
                <a:ea typeface="Arial"/>
                <a:cs typeface="Arial"/>
              </a:defRPr>
            </a:lvl1pPr>
            <a:lvl2pPr>
              <a:defRPr sz="1275" b="0">
                <a:solidFill>
                  <a:srgbClr val="BDD0D9"/>
                </a:solidFill>
                <a:latin typeface="Arial"/>
                <a:ea typeface="Arial"/>
                <a:cs typeface="Arial"/>
              </a:defRPr>
            </a:lvl2pPr>
            <a:lvl3pPr>
              <a:defRPr sz="1275" b="0">
                <a:solidFill>
                  <a:srgbClr val="BDD0D9"/>
                </a:solidFill>
                <a:latin typeface="Arial"/>
                <a:ea typeface="Arial"/>
                <a:cs typeface="Arial"/>
              </a:defRPr>
            </a:lvl3pPr>
            <a:lvl4pPr>
              <a:defRPr sz="1275" b="0">
                <a:solidFill>
                  <a:srgbClr val="BDD0D9"/>
                </a:solidFill>
                <a:latin typeface="Arial"/>
                <a:ea typeface="Arial"/>
                <a:cs typeface="Arial"/>
              </a:defRPr>
            </a:lvl4pPr>
            <a:lvl5pPr>
              <a:defRPr sz="1275" b="0">
                <a:solidFill>
                  <a:srgbClr val="BDD0D9"/>
                </a:solidFill>
                <a:latin typeface="Arial"/>
                <a:ea typeface="Arial"/>
                <a:cs typeface="Arial"/>
              </a:defRPr>
            </a:lvl5pPr>
            <a:lvl6pPr>
              <a:defRPr sz="1275" b="0">
                <a:solidFill>
                  <a:srgbClr val="BDD0D9"/>
                </a:solidFill>
                <a:latin typeface="Arial"/>
                <a:ea typeface="Arial"/>
                <a:cs typeface="Arial"/>
              </a:defRPr>
            </a:lvl6pPr>
            <a:lvl7pPr>
              <a:defRPr sz="1275" b="0">
                <a:solidFill>
                  <a:srgbClr val="BDD0D9"/>
                </a:solidFill>
                <a:latin typeface="Arial"/>
                <a:ea typeface="Arial"/>
                <a:cs typeface="Arial"/>
              </a:defRPr>
            </a:lvl7pPr>
            <a:lvl8pPr>
              <a:defRPr sz="1275" b="0">
                <a:solidFill>
                  <a:srgbClr val="BDD0D9"/>
                </a:solidFill>
                <a:latin typeface="Arial"/>
                <a:ea typeface="Arial"/>
                <a:cs typeface="Arial"/>
              </a:defRPr>
            </a:lvl8pPr>
            <a:lvl9pPr>
              <a:defRPr sz="1275" b="0">
                <a:solidFill>
                  <a:srgbClr val="BDD0D9"/>
                </a:solidFill>
                <a:latin typeface="Arial"/>
                <a:ea typeface="Arial"/>
                <a:cs typeface="Arial"/>
              </a:defRPr>
            </a:lvl9pPr>
          </a:lstStyle>
          <a:p xmlns:a="http://schemas.openxmlformats.org/drawingml/2006/main">
            <a:pPr>
              <a:defRPr sz="1275" b="0">
                <a:solidFill>
                  <a:srgbClr val="BDD0D9"/>
                </a:solidFill>
                <a:latin typeface="Arial"/>
                <a:ea typeface="Arial"/>
                <a:cs typeface="Arial"/>
              </a:defRPr>
            </a:pPr>
            <a:r>
              <a:rPr sz="1275" b="0">
                <a:solidFill>
                  <a:srgbClr val="BDD0D9"/>
                </a:solidFill>
                <a:latin typeface="Arial"/>
                <a:ea typeface="Arial"/>
                <a:cs typeface="Arial"/>
              </a:rPr>
              <a:t>03</a:t>
            </a:r>
          </a:p>
        </p:txBody>
      </p:sp>
    </p:spTree>
    <p:extLst>
      <p:ext uri="{BB962C8B-B14F-4D97-AF65-F5344CB8AC3E}">
        <p14:creationId xmlns:p14="http://schemas.microsoft.com/office/powerpoint/2010/main" val="149730975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0879AF8-C1D0-48B9-8DAF-6FCCBDF2FAC8}"/>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2631"/>
                </a:solidFill>
                <a:latin typeface="Arial"/>
                <a:ea typeface="Arial"/>
                <a:cs typeface="Arial"/>
              </a:defRPr>
            </a:defPPr>
            <a:lvl1pPr>
              <a:buNone/>
              <a:defRPr sz="3300" b="1">
                <a:solidFill>
                  <a:srgbClr val="122631"/>
                </a:solidFill>
                <a:latin typeface="Arial"/>
                <a:ea typeface="Arial"/>
                <a:cs typeface="Arial"/>
              </a:defRPr>
            </a:lvl1pPr>
            <a:lvl2pPr>
              <a:buNone/>
              <a:defRPr sz="3300" b="1">
                <a:solidFill>
                  <a:srgbClr val="122631"/>
                </a:solidFill>
                <a:latin typeface="Arial"/>
                <a:ea typeface="Arial"/>
                <a:cs typeface="Arial"/>
              </a:defRPr>
            </a:lvl2pPr>
            <a:lvl3pPr>
              <a:buNone/>
              <a:defRPr sz="3300" b="1">
                <a:solidFill>
                  <a:srgbClr val="122631"/>
                </a:solidFill>
                <a:latin typeface="Arial"/>
                <a:ea typeface="Arial"/>
                <a:cs typeface="Arial"/>
              </a:defRPr>
            </a:lvl3pPr>
            <a:lvl4pPr>
              <a:buNone/>
              <a:defRPr sz="3300" b="1">
                <a:solidFill>
                  <a:srgbClr val="122631"/>
                </a:solidFill>
                <a:latin typeface="Arial"/>
                <a:ea typeface="Arial"/>
                <a:cs typeface="Arial"/>
              </a:defRPr>
            </a:lvl4pPr>
            <a:lvl5pPr>
              <a:buNone/>
              <a:defRPr sz="3300" b="1">
                <a:solidFill>
                  <a:srgbClr val="122631"/>
                </a:solidFill>
                <a:latin typeface="Arial"/>
                <a:ea typeface="Arial"/>
                <a:cs typeface="Arial"/>
              </a:defRPr>
            </a:lvl5pPr>
            <a:lvl6pPr>
              <a:buNone/>
              <a:defRPr sz="3300" b="1">
                <a:solidFill>
                  <a:srgbClr val="122631"/>
                </a:solidFill>
                <a:latin typeface="Arial"/>
                <a:ea typeface="Arial"/>
                <a:cs typeface="Arial"/>
              </a:defRPr>
            </a:lvl6pPr>
            <a:lvl7pPr>
              <a:buNone/>
              <a:defRPr sz="3300" b="1">
                <a:solidFill>
                  <a:srgbClr val="122631"/>
                </a:solidFill>
                <a:latin typeface="Arial"/>
                <a:ea typeface="Arial"/>
                <a:cs typeface="Arial"/>
              </a:defRPr>
            </a:lvl7pPr>
            <a:lvl8pPr>
              <a:buNone/>
              <a:defRPr sz="3300" b="1">
                <a:solidFill>
                  <a:srgbClr val="122631"/>
                </a:solidFill>
                <a:latin typeface="Arial"/>
                <a:ea typeface="Arial"/>
                <a:cs typeface="Arial"/>
              </a:defRPr>
            </a:lvl8pPr>
            <a:lvl9pPr>
              <a:buNone/>
              <a:defRPr sz="3300" b="1">
                <a:solidFill>
                  <a:srgbClr val="122631"/>
                </a:solidFill>
                <a:latin typeface="Arial"/>
                <a:ea typeface="Arial"/>
                <a:cs typeface="Arial"/>
              </a:defRPr>
            </a:lvl9pPr>
          </a:lstStyle>
          <a:p xmlns:a="http://schemas.openxmlformats.org/drawingml/2006/main">
            <a:pPr>
              <a:buNone/>
              <a:defRPr sz="3300" b="1">
                <a:solidFill>
                  <a:srgbClr val="122631"/>
                </a:solidFill>
                <a:latin typeface="Arial"/>
                <a:ea typeface="Arial"/>
                <a:cs typeface="Arial"/>
              </a:defRPr>
            </a:pPr>
            <a:r>
              <a:rPr sz="3300" b="1">
                <a:solidFill>
                  <a:srgbClr val="122631"/>
                </a:solidFill>
                <a:latin typeface="Arial"/>
                <a:ea typeface="Arial"/>
                <a:cs typeface="Arial"/>
              </a:rPr>
              <a:t>Model evidence and its limits</a:t>
            </a:r>
          </a:p>
        </p:txBody>
      </p:sp>
      <p:graphicFrame>
        <p:nvGraphicFramePr>
          <p:cNvPr id="2" name="Chart">
            <a:extLst xmlns:a="http://schemas.openxmlformats.org/drawingml/2006/main">
              <a:ext uri="{FF2B5EF4-FFF2-40B4-BE49-F238E27FC236}">
                <a16:creationId xmlns:a16="http://schemas.microsoft.com/office/drawing/2014/main" id="{ECFAC87A-78BC-4965-AC1A-B1E887980777}"/>
              </a:ext>
            </a:extLst>
          </p:cNvPr>
          <p:cNvGraphicFramePr/>
          <p:nvPr/>
        </p:nvGraphicFramePr>
        <p:xfrm>
          <a:off xmlns:a="http://schemas.openxmlformats.org/drawingml/2006/main" x="476250" y="1619250"/>
          <a:ext xmlns:a="http://schemas.openxmlformats.org/drawingml/2006/main" cx="7239000" cy="3619500"/>
        </p:xfrm>
        <a:graphic xmlns:a="http://schemas.openxmlformats.org/drawingml/2006/main">
          <a:graphicData uri="http://schemas.openxmlformats.org/drawingml/2006/chart">
            <c:chart xmlns:r="http://schemas.openxmlformats.org/officeDocument/2006/relationships" xmlns:c="http://schemas.openxmlformats.org/drawingml/2006/chart" r:id="R61657d7dc63140b8"/>
          </a:graphicData>
        </a:graphic>
      </p:graphicFrame>
      <p:sp>
        <p:nvSpPr>
          <p:cNvPr id="3" name="">
            <a:extLst xmlns:a="http://schemas.openxmlformats.org/drawingml/2006/main">
              <a:ext uri="{FF2B5EF4-FFF2-40B4-BE49-F238E27FC236}">
                <a16:creationId xmlns:a16="http://schemas.microsoft.com/office/drawing/2014/main" id="{CA471A7E-D0F2-4E82-BF8B-6F3259186B34}"/>
              </a:ext>
            </a:extLst>
          </p:cNvPr>
          <p:cNvSpPr>
            <a:spLocks xmlns:a="http://schemas.openxmlformats.org/drawingml/2006/main" noGrp="1"/>
          </p:cNvSpPr>
          <p:nvPr/>
        </p:nvSpPr>
        <p:spPr>
          <a:xfrm xmlns:a="http://schemas.openxmlformats.org/drawingml/2006/main">
            <a:off x="8143875" y="15716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22631"/>
                </a:solidFill>
                <a:latin typeface="Arial"/>
                <a:ea typeface="Arial"/>
                <a:cs typeface="Arial"/>
              </a:defRPr>
            </a:defPPr>
            <a:lvl1pPr>
              <a:buNone/>
              <a:defRPr sz="2250" b="1">
                <a:solidFill>
                  <a:srgbClr val="122631"/>
                </a:solidFill>
                <a:latin typeface="Arial"/>
                <a:ea typeface="Arial"/>
                <a:cs typeface="Arial"/>
              </a:defRPr>
            </a:lvl1pPr>
            <a:lvl2pPr>
              <a:buNone/>
              <a:defRPr sz="2250" b="1">
                <a:solidFill>
                  <a:srgbClr val="122631"/>
                </a:solidFill>
                <a:latin typeface="Arial"/>
                <a:ea typeface="Arial"/>
                <a:cs typeface="Arial"/>
              </a:defRPr>
            </a:lvl2pPr>
            <a:lvl3pPr>
              <a:buNone/>
              <a:defRPr sz="2250" b="1">
                <a:solidFill>
                  <a:srgbClr val="122631"/>
                </a:solidFill>
                <a:latin typeface="Arial"/>
                <a:ea typeface="Arial"/>
                <a:cs typeface="Arial"/>
              </a:defRPr>
            </a:lvl3pPr>
            <a:lvl4pPr>
              <a:buNone/>
              <a:defRPr sz="2250" b="1">
                <a:solidFill>
                  <a:srgbClr val="122631"/>
                </a:solidFill>
                <a:latin typeface="Arial"/>
                <a:ea typeface="Arial"/>
                <a:cs typeface="Arial"/>
              </a:defRPr>
            </a:lvl4pPr>
            <a:lvl5pPr>
              <a:buNone/>
              <a:defRPr sz="2250" b="1">
                <a:solidFill>
                  <a:srgbClr val="122631"/>
                </a:solidFill>
                <a:latin typeface="Arial"/>
                <a:ea typeface="Arial"/>
                <a:cs typeface="Arial"/>
              </a:defRPr>
            </a:lvl5pPr>
            <a:lvl6pPr>
              <a:buNone/>
              <a:defRPr sz="2250" b="1">
                <a:solidFill>
                  <a:srgbClr val="122631"/>
                </a:solidFill>
                <a:latin typeface="Arial"/>
                <a:ea typeface="Arial"/>
                <a:cs typeface="Arial"/>
              </a:defRPr>
            </a:lvl6pPr>
            <a:lvl7pPr>
              <a:buNone/>
              <a:defRPr sz="2250" b="1">
                <a:solidFill>
                  <a:srgbClr val="122631"/>
                </a:solidFill>
                <a:latin typeface="Arial"/>
                <a:ea typeface="Arial"/>
                <a:cs typeface="Arial"/>
              </a:defRPr>
            </a:lvl7pPr>
            <a:lvl8pPr>
              <a:buNone/>
              <a:defRPr sz="2250" b="1">
                <a:solidFill>
                  <a:srgbClr val="122631"/>
                </a:solidFill>
                <a:latin typeface="Arial"/>
                <a:ea typeface="Arial"/>
                <a:cs typeface="Arial"/>
              </a:defRPr>
            </a:lvl8pPr>
            <a:lvl9pPr>
              <a:buNone/>
              <a:defRPr sz="2250" b="1">
                <a:solidFill>
                  <a:srgbClr val="122631"/>
                </a:solidFill>
                <a:latin typeface="Arial"/>
                <a:ea typeface="Arial"/>
                <a:cs typeface="Arial"/>
              </a:defRPr>
            </a:lvl9pPr>
          </a:lstStyle>
          <a:p xmlns:a="http://schemas.openxmlformats.org/drawingml/2006/main">
            <a:pPr>
              <a:buNone/>
              <a:defRPr sz="1950" b="1">
                <a:solidFill>
                  <a:srgbClr val="122631"/>
                </a:solidFill>
                <a:latin typeface="Arial"/>
                <a:ea typeface="Arial"/>
                <a:cs typeface="Arial"/>
              </a:defRPr>
            </a:pPr>
            <a:r>
              <a:rPr sz="1950" b="1">
                <a:solidFill>
                  <a:srgbClr val="122631"/>
                </a:solidFill>
                <a:latin typeface="Arial"/>
                <a:ea typeface="Arial"/>
                <a:cs typeface="Arial"/>
              </a:rPr>
              <a:t>YOLO26s · Main · 1024 px</a:t>
            </a:r>
          </a:p>
        </p:txBody>
      </p:sp>
      <p:sp>
        <p:nvSpPr>
          <p:cNvPr id="4" name="">
            <a:extLst xmlns:a="http://schemas.openxmlformats.org/drawingml/2006/main">
              <a:ext uri="{FF2B5EF4-FFF2-40B4-BE49-F238E27FC236}">
                <a16:creationId xmlns:a16="http://schemas.microsoft.com/office/drawing/2014/main" id="{8D92E616-8925-4286-844B-BEEBC5DEB6B2}"/>
              </a:ext>
            </a:extLst>
          </p:cNvPr>
          <p:cNvSpPr>
            <a:spLocks xmlns:a="http://schemas.openxmlformats.org/drawingml/2006/main" noGrp="1"/>
          </p:cNvSpPr>
          <p:nvPr/>
        </p:nvSpPr>
        <p:spPr>
          <a:xfrm xmlns:a="http://schemas.openxmlformats.org/drawingml/2006/main">
            <a:off x="8143875" y="226695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26C73"/>
                </a:solidFill>
                <a:latin typeface="Arial"/>
                <a:ea typeface="Arial"/>
                <a:cs typeface="Arial"/>
              </a:defRPr>
            </a:defPPr>
            <a:lvl1pPr>
              <a:buNone/>
              <a:defRPr sz="2550" b="1">
                <a:solidFill>
                  <a:srgbClr val="126C73"/>
                </a:solidFill>
                <a:latin typeface="Arial"/>
                <a:ea typeface="Arial"/>
                <a:cs typeface="Arial"/>
              </a:defRPr>
            </a:lvl1pPr>
            <a:lvl2pPr>
              <a:buNone/>
              <a:defRPr sz="2550" b="1">
                <a:solidFill>
                  <a:srgbClr val="126C73"/>
                </a:solidFill>
                <a:latin typeface="Arial"/>
                <a:ea typeface="Arial"/>
                <a:cs typeface="Arial"/>
              </a:defRPr>
            </a:lvl2pPr>
            <a:lvl3pPr>
              <a:buNone/>
              <a:defRPr sz="2550" b="1">
                <a:solidFill>
                  <a:srgbClr val="126C73"/>
                </a:solidFill>
                <a:latin typeface="Arial"/>
                <a:ea typeface="Arial"/>
                <a:cs typeface="Arial"/>
              </a:defRPr>
            </a:lvl3pPr>
            <a:lvl4pPr>
              <a:buNone/>
              <a:defRPr sz="2550" b="1">
                <a:solidFill>
                  <a:srgbClr val="126C73"/>
                </a:solidFill>
                <a:latin typeface="Arial"/>
                <a:ea typeface="Arial"/>
                <a:cs typeface="Arial"/>
              </a:defRPr>
            </a:lvl4pPr>
            <a:lvl5pPr>
              <a:buNone/>
              <a:defRPr sz="2550" b="1">
                <a:solidFill>
                  <a:srgbClr val="126C73"/>
                </a:solidFill>
                <a:latin typeface="Arial"/>
                <a:ea typeface="Arial"/>
                <a:cs typeface="Arial"/>
              </a:defRPr>
            </a:lvl5pPr>
            <a:lvl6pPr>
              <a:buNone/>
              <a:defRPr sz="2550" b="1">
                <a:solidFill>
                  <a:srgbClr val="126C73"/>
                </a:solidFill>
                <a:latin typeface="Arial"/>
                <a:ea typeface="Arial"/>
                <a:cs typeface="Arial"/>
              </a:defRPr>
            </a:lvl6pPr>
            <a:lvl7pPr>
              <a:buNone/>
              <a:defRPr sz="2550" b="1">
                <a:solidFill>
                  <a:srgbClr val="126C73"/>
                </a:solidFill>
                <a:latin typeface="Arial"/>
                <a:ea typeface="Arial"/>
                <a:cs typeface="Arial"/>
              </a:defRPr>
            </a:lvl7pPr>
            <a:lvl8pPr>
              <a:buNone/>
              <a:defRPr sz="2550" b="1">
                <a:solidFill>
                  <a:srgbClr val="126C73"/>
                </a:solidFill>
                <a:latin typeface="Arial"/>
                <a:ea typeface="Arial"/>
                <a:cs typeface="Arial"/>
              </a:defRPr>
            </a:lvl8pPr>
            <a:lvl9pPr>
              <a:buNone/>
              <a:defRPr sz="2550" b="1">
                <a:solidFill>
                  <a:srgbClr val="126C73"/>
                </a:solidFill>
                <a:latin typeface="Arial"/>
                <a:ea typeface="Arial"/>
                <a:cs typeface="Arial"/>
              </a:defRPr>
            </a:lvl9pPr>
          </a:lstStyle>
          <a:p xmlns:a="http://schemas.openxmlformats.org/drawingml/2006/main">
            <a:pPr>
              <a:buNone/>
              <a:defRPr sz="2550" b="1">
                <a:solidFill>
                  <a:srgbClr val="126C73"/>
                </a:solidFill>
                <a:latin typeface="Arial"/>
                <a:ea typeface="Arial"/>
                <a:cs typeface="Arial"/>
              </a:defRPr>
            </a:pPr>
            <a:r>
              <a:rPr sz="2550" b="1">
                <a:solidFill>
                  <a:srgbClr val="126C73"/>
                </a:solidFill>
                <a:latin typeface="Arial"/>
                <a:ea typeface="Arial"/>
                <a:cs typeface="Arial"/>
              </a:rPr>
              <a:t>63.04% mAP50</a:t>
            </a:r>
          </a:p>
          <a:p xmlns:a="http://schemas.openxmlformats.org/drawingml/2006/main">
            <a:pPr>
              <a:buNone/>
              <a:defRPr sz="2550" b="1">
                <a:solidFill>
                  <a:srgbClr val="126C73"/>
                </a:solidFill>
                <a:latin typeface="Arial"/>
                <a:ea typeface="Arial"/>
                <a:cs typeface="Arial"/>
              </a:defRPr>
            </a:pPr>
            <a:r>
              <a:rPr sz="2550" b="1">
                <a:solidFill>
                  <a:srgbClr val="126C73"/>
                </a:solidFill>
                <a:latin typeface="Arial"/>
                <a:ea typeface="Arial"/>
                <a:cs typeface="Arial"/>
              </a:rPr>
              <a:t>33.01% mAP50–95</a:t>
            </a:r>
          </a:p>
        </p:txBody>
      </p:sp>
      <p:sp>
        <p:nvSpPr>
          <p:cNvPr id="5" name="">
            <a:extLst xmlns:a="http://schemas.openxmlformats.org/drawingml/2006/main">
              <a:ext uri="{FF2B5EF4-FFF2-40B4-BE49-F238E27FC236}">
                <a16:creationId xmlns:a16="http://schemas.microsoft.com/office/drawing/2014/main" id="{7878ECB5-4E0B-41B4-8521-F31F713AE9B5}"/>
              </a:ext>
            </a:extLst>
          </p:cNvPr>
          <p:cNvSpPr>
            <a:spLocks xmlns:a="http://schemas.openxmlformats.org/drawingml/2006/main" noGrp="1"/>
          </p:cNvSpPr>
          <p:nvPr/>
        </p:nvSpPr>
        <p:spPr>
          <a:xfrm xmlns:a="http://schemas.openxmlformats.org/drawingml/2006/main">
            <a:off x="8143875" y="3714750"/>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22631"/>
                </a:solidFill>
                <a:latin typeface="Arial"/>
                <a:ea typeface="Arial"/>
                <a:cs typeface="Arial"/>
              </a:defRPr>
            </a:defPPr>
            <a:lvl1pPr>
              <a:buNone/>
              <a:defRPr sz="2025" b="0">
                <a:solidFill>
                  <a:srgbClr val="122631"/>
                </a:solidFill>
                <a:latin typeface="Arial"/>
                <a:ea typeface="Arial"/>
                <a:cs typeface="Arial"/>
              </a:defRPr>
            </a:lvl1pPr>
            <a:lvl2pPr>
              <a:buNone/>
              <a:defRPr sz="2025" b="0">
                <a:solidFill>
                  <a:srgbClr val="122631"/>
                </a:solidFill>
                <a:latin typeface="Arial"/>
                <a:ea typeface="Arial"/>
                <a:cs typeface="Arial"/>
              </a:defRPr>
            </a:lvl2pPr>
            <a:lvl3pPr>
              <a:buNone/>
              <a:defRPr sz="2025" b="0">
                <a:solidFill>
                  <a:srgbClr val="122631"/>
                </a:solidFill>
                <a:latin typeface="Arial"/>
                <a:ea typeface="Arial"/>
                <a:cs typeface="Arial"/>
              </a:defRPr>
            </a:lvl3pPr>
            <a:lvl4pPr>
              <a:buNone/>
              <a:defRPr sz="2025" b="0">
                <a:solidFill>
                  <a:srgbClr val="122631"/>
                </a:solidFill>
                <a:latin typeface="Arial"/>
                <a:ea typeface="Arial"/>
                <a:cs typeface="Arial"/>
              </a:defRPr>
            </a:lvl4pPr>
            <a:lvl5pPr>
              <a:buNone/>
              <a:defRPr sz="2025" b="0">
                <a:solidFill>
                  <a:srgbClr val="122631"/>
                </a:solidFill>
                <a:latin typeface="Arial"/>
                <a:ea typeface="Arial"/>
                <a:cs typeface="Arial"/>
              </a:defRPr>
            </a:lvl5pPr>
            <a:lvl6pPr>
              <a:buNone/>
              <a:defRPr sz="2025" b="0">
                <a:solidFill>
                  <a:srgbClr val="122631"/>
                </a:solidFill>
                <a:latin typeface="Arial"/>
                <a:ea typeface="Arial"/>
                <a:cs typeface="Arial"/>
              </a:defRPr>
            </a:lvl6pPr>
            <a:lvl7pPr>
              <a:buNone/>
              <a:defRPr sz="2025" b="0">
                <a:solidFill>
                  <a:srgbClr val="122631"/>
                </a:solidFill>
                <a:latin typeface="Arial"/>
                <a:ea typeface="Arial"/>
                <a:cs typeface="Arial"/>
              </a:defRPr>
            </a:lvl7pPr>
            <a:lvl8pPr>
              <a:buNone/>
              <a:defRPr sz="2025" b="0">
                <a:solidFill>
                  <a:srgbClr val="122631"/>
                </a:solidFill>
                <a:latin typeface="Arial"/>
                <a:ea typeface="Arial"/>
                <a:cs typeface="Arial"/>
              </a:defRPr>
            </a:lvl8pPr>
            <a:lvl9pPr>
              <a:buNone/>
              <a:defRPr sz="2025" b="0">
                <a:solidFill>
                  <a:srgbClr val="122631"/>
                </a:solidFill>
                <a:latin typeface="Arial"/>
                <a:ea typeface="Arial"/>
                <a:cs typeface="Arial"/>
              </a:defRPr>
            </a:lvl9pPr>
          </a:lstStyle>
          <a:p xmlns:a="http://schemas.openxmlformats.org/drawingml/2006/main">
            <a:pPr>
              <a:buNone/>
              <a:defRPr sz="1875" b="0">
                <a:solidFill>
                  <a:srgbClr val="122631"/>
                </a:solidFill>
                <a:latin typeface="Arial"/>
                <a:ea typeface="Arial"/>
                <a:cs typeface="Arial"/>
              </a:defRPr>
            </a:pPr>
            <a:r>
              <a:rPr sz="1875" b="0">
                <a:solidFill>
                  <a:srgbClr val="122631"/>
                </a:solidFill>
                <a:latin typeface="Arial"/>
                <a:ea typeface="Arial"/>
                <a:cs typeface="Arial"/>
              </a:rPr>
              <a:t>Team-reported RDD holdout</a:t>
            </a:r>
          </a:p>
          <a:p xmlns:a="http://schemas.openxmlformats.org/drawingml/2006/main">
            <a:pPr>
              <a:buNone/>
              <a:defRPr sz="1875" b="0">
                <a:solidFill>
                  <a:srgbClr val="122631"/>
                </a:solidFill>
                <a:latin typeface="Arial"/>
                <a:ea typeface="Arial"/>
                <a:cs typeface="Arial"/>
              </a:defRPr>
            </a:pPr>
            <a:r>
              <a:rPr sz="1875" b="0">
                <a:solidFill>
                  <a:srgbClr val="122631"/>
                </a:solidFill>
                <a:latin typeface="Arial"/>
                <a:ea typeface="Arial"/>
                <a:cs typeface="Arial"/>
              </a:rPr>
              <a:t>Independent reproduction pending</a:t>
            </a:r>
          </a:p>
          <a:p xmlns:a="http://schemas.openxmlformats.org/drawingml/2006/main">
            <a:pPr>
              <a:buNone/>
              <a:defRPr sz="1875" b="0">
                <a:solidFill>
                  <a:srgbClr val="122631"/>
                </a:solidFill>
                <a:latin typeface="Arial"/>
                <a:ea typeface="Arial"/>
                <a:cs typeface="Arial"/>
              </a:defRPr>
            </a:pPr>
            <a:r>
              <a:rPr sz="1875" b="0">
                <a:solidFill>
                  <a:srgbClr val="122631"/>
                </a:solidFill>
                <a:latin typeface="Arial"/>
                <a:ea typeface="Arial"/>
                <a:cs typeface="Arial"/>
              </a:rPr>
              <a:t>Split leakage may inflate scores</a:t>
            </a:r>
          </a:p>
        </p:txBody>
      </p:sp>
      <p:sp>
        <p:nvSpPr>
          <p:cNvPr id="6" name="">
            <a:extLst xmlns:a="http://schemas.openxmlformats.org/drawingml/2006/main">
              <a:ext uri="{FF2B5EF4-FFF2-40B4-BE49-F238E27FC236}">
                <a16:creationId xmlns:a16="http://schemas.microsoft.com/office/drawing/2014/main" id="{F67441D9-5309-45A3-8A99-0A5930099BEE}"/>
              </a:ext>
            </a:extLst>
          </p:cNvPr>
          <p:cNvSpPr>
            <a:spLocks xmlns:a="http://schemas.openxmlformats.org/drawingml/2006/main" noGrp="1"/>
          </p:cNvSpPr>
          <p:nvPr/>
        </p:nvSpPr>
        <p:spPr>
          <a:xfrm xmlns:a="http://schemas.openxmlformats.org/drawingml/2006/main">
            <a:off x="609600" y="62293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46D"/>
                </a:solidFill>
                <a:latin typeface="Arial"/>
                <a:ea typeface="Arial"/>
                <a:cs typeface="Arial"/>
              </a:defRPr>
            </a:defPPr>
            <a:lvl1pPr>
              <a:buNone/>
              <a:defRPr sz="1200" b="0">
                <a:solidFill>
                  <a:srgbClr val="52646D"/>
                </a:solidFill>
                <a:latin typeface="Arial"/>
                <a:ea typeface="Arial"/>
                <a:cs typeface="Arial"/>
              </a:defRPr>
            </a:lvl1pPr>
            <a:lvl2pPr>
              <a:buNone/>
              <a:defRPr sz="1200" b="0">
                <a:solidFill>
                  <a:srgbClr val="52646D"/>
                </a:solidFill>
                <a:latin typeface="Arial"/>
                <a:ea typeface="Arial"/>
                <a:cs typeface="Arial"/>
              </a:defRPr>
            </a:lvl2pPr>
            <a:lvl3pPr>
              <a:buNone/>
              <a:defRPr sz="1200" b="0">
                <a:solidFill>
                  <a:srgbClr val="52646D"/>
                </a:solidFill>
                <a:latin typeface="Arial"/>
                <a:ea typeface="Arial"/>
                <a:cs typeface="Arial"/>
              </a:defRPr>
            </a:lvl3pPr>
            <a:lvl4pPr>
              <a:buNone/>
              <a:defRPr sz="1200" b="0">
                <a:solidFill>
                  <a:srgbClr val="52646D"/>
                </a:solidFill>
                <a:latin typeface="Arial"/>
                <a:ea typeface="Arial"/>
                <a:cs typeface="Arial"/>
              </a:defRPr>
            </a:lvl4pPr>
            <a:lvl5pPr>
              <a:buNone/>
              <a:defRPr sz="1200" b="0">
                <a:solidFill>
                  <a:srgbClr val="52646D"/>
                </a:solidFill>
                <a:latin typeface="Arial"/>
                <a:ea typeface="Arial"/>
                <a:cs typeface="Arial"/>
              </a:defRPr>
            </a:lvl5pPr>
            <a:lvl6pPr>
              <a:buNone/>
              <a:defRPr sz="1200" b="0">
                <a:solidFill>
                  <a:srgbClr val="52646D"/>
                </a:solidFill>
                <a:latin typeface="Arial"/>
                <a:ea typeface="Arial"/>
                <a:cs typeface="Arial"/>
              </a:defRPr>
            </a:lvl6pPr>
            <a:lvl7pPr>
              <a:buNone/>
              <a:defRPr sz="1200" b="0">
                <a:solidFill>
                  <a:srgbClr val="52646D"/>
                </a:solidFill>
                <a:latin typeface="Arial"/>
                <a:ea typeface="Arial"/>
                <a:cs typeface="Arial"/>
              </a:defRPr>
            </a:lvl7pPr>
            <a:lvl8pPr>
              <a:buNone/>
              <a:defRPr sz="1200" b="0">
                <a:solidFill>
                  <a:srgbClr val="52646D"/>
                </a:solidFill>
                <a:latin typeface="Arial"/>
                <a:ea typeface="Arial"/>
                <a:cs typeface="Arial"/>
              </a:defRPr>
            </a:lvl8pPr>
            <a:lvl9pPr>
              <a:buNone/>
              <a:defRPr sz="1200" b="0">
                <a:solidFill>
                  <a:srgbClr val="52646D"/>
                </a:solidFill>
                <a:latin typeface="Arial"/>
                <a:ea typeface="Arial"/>
                <a:cs typeface="Arial"/>
              </a:defRPr>
            </a:lvl9pPr>
          </a:lstStyle>
          <a:p xmlns:a="http://schemas.openxmlformats.org/drawingml/2006/main">
            <a:pPr>
              <a:buNone/>
              <a:defRPr sz="1500" b="0">
                <a:solidFill>
                  <a:srgbClr val="52646D"/>
                </a:solidFill>
                <a:latin typeface="Arial"/>
                <a:ea typeface="Arial"/>
                <a:cs typeface="Arial"/>
              </a:defRPr>
            </a:pPr>
            <a:r>
              <a:rPr sz="1500" b="0">
                <a:solidFill>
                  <a:srgbClr val="52646D"/>
                </a:solidFill>
                <a:latin typeface="Arial"/>
                <a:ea typeface="Arial"/>
                <a:cs typeface="Arial"/>
              </a:rPr>
              <a:t>AP50 by class: D00 longitudinal · D10 transverse · D20 alligator · D40 pothole.</a:t>
            </a:r>
          </a:p>
        </p:txBody>
      </p:sp>
      <p:sp>
        <p:nvSpPr>
          <p:cNvPr id="8" name="mAP evaluates boxes and labels; 63.04% is not">
            <a:extLst xmlns:a="http://schemas.openxmlformats.org/drawingml/2006/main">
              <a:ext uri="{FF2B5EF4-FFF2-40B4-BE49-F238E27FC236}">
                <a16:creationId xmlns:a16="http://schemas.microsoft.com/office/drawing/2014/main" id="{0DFB25A5-CCA6-48C5-A1AC-D398302ABFA5}"/>
              </a:ext>
            </a:extLst>
          </p:cNvPr>
          <p:cNvSpPr>
            <a:spLocks xmlns:a="http://schemas.openxmlformats.org/drawingml/2006/main" noGrp="1"/>
          </p:cNvSpPr>
          <p:nvPr/>
        </p:nvSpPr>
        <p:spPr>
          <a:xfrm xmlns:a="http://schemas.openxmlformats.org/drawingml/2006/main">
            <a:off x="666750" y="56197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26C73"/>
                </a:solidFill>
                <a:latin typeface="Arial"/>
                <a:ea typeface="Arial"/>
                <a:cs typeface="Arial"/>
              </a:defRPr>
            </a:defPPr>
            <a:lvl1pPr>
              <a:defRPr sz="1725" b="1">
                <a:solidFill>
                  <a:srgbClr val="126C73"/>
                </a:solidFill>
                <a:latin typeface="Arial"/>
                <a:ea typeface="Arial"/>
                <a:cs typeface="Arial"/>
              </a:defRPr>
            </a:lvl1pPr>
            <a:lvl2pPr>
              <a:defRPr sz="1725" b="1">
                <a:solidFill>
                  <a:srgbClr val="126C73"/>
                </a:solidFill>
                <a:latin typeface="Arial"/>
                <a:ea typeface="Arial"/>
                <a:cs typeface="Arial"/>
              </a:defRPr>
            </a:lvl2pPr>
            <a:lvl3pPr>
              <a:defRPr sz="1725" b="1">
                <a:solidFill>
                  <a:srgbClr val="126C73"/>
                </a:solidFill>
                <a:latin typeface="Arial"/>
                <a:ea typeface="Arial"/>
                <a:cs typeface="Arial"/>
              </a:defRPr>
            </a:lvl3pPr>
            <a:lvl4pPr>
              <a:defRPr sz="1725" b="1">
                <a:solidFill>
                  <a:srgbClr val="126C73"/>
                </a:solidFill>
                <a:latin typeface="Arial"/>
                <a:ea typeface="Arial"/>
                <a:cs typeface="Arial"/>
              </a:defRPr>
            </a:lvl4pPr>
            <a:lvl5pPr>
              <a:defRPr sz="1725" b="1">
                <a:solidFill>
                  <a:srgbClr val="126C73"/>
                </a:solidFill>
                <a:latin typeface="Arial"/>
                <a:ea typeface="Arial"/>
                <a:cs typeface="Arial"/>
              </a:defRPr>
            </a:lvl5pPr>
            <a:lvl6pPr>
              <a:defRPr sz="1725" b="1">
                <a:solidFill>
                  <a:srgbClr val="126C73"/>
                </a:solidFill>
                <a:latin typeface="Arial"/>
                <a:ea typeface="Arial"/>
                <a:cs typeface="Arial"/>
              </a:defRPr>
            </a:lvl6pPr>
            <a:lvl7pPr>
              <a:defRPr sz="1725" b="1">
                <a:solidFill>
                  <a:srgbClr val="126C73"/>
                </a:solidFill>
                <a:latin typeface="Arial"/>
                <a:ea typeface="Arial"/>
                <a:cs typeface="Arial"/>
              </a:defRPr>
            </a:lvl7pPr>
            <a:lvl8pPr>
              <a:defRPr sz="1725" b="1">
                <a:solidFill>
                  <a:srgbClr val="126C73"/>
                </a:solidFill>
                <a:latin typeface="Arial"/>
                <a:ea typeface="Arial"/>
                <a:cs typeface="Arial"/>
              </a:defRPr>
            </a:lvl8pPr>
            <a:lvl9pPr>
              <a:defRPr sz="1725" b="1">
                <a:solidFill>
                  <a:srgbClr val="126C73"/>
                </a:solidFill>
                <a:latin typeface="Arial"/>
                <a:ea typeface="Arial"/>
                <a:cs typeface="Arial"/>
              </a:defRPr>
            </a:lvl9pPr>
          </a:lstStyle>
          <a:p xmlns:a="http://schemas.openxmlformats.org/drawingml/2006/main">
            <a:pPr>
              <a:defRPr sz="1725" b="1">
                <a:solidFill>
                  <a:srgbClr val="126C73"/>
                </a:solidFill>
                <a:latin typeface="Arial"/>
                <a:ea typeface="Arial"/>
                <a:cs typeface="Arial"/>
              </a:defRPr>
            </a:pPr>
            <a:r>
              <a:rPr sz="1725" b="1">
                <a:solidFill>
                  <a:srgbClr val="126C73"/>
                </a:solidFill>
                <a:latin typeface="Arial"/>
                <a:ea typeface="Arial"/>
                <a:cs typeface="Arial"/>
              </a:rPr>
              <a:t>mAP evaluates boxes and labels; 63.04% is not the percentage of road images judged correctly.</a:t>
            </a:r>
          </a:p>
        </p:txBody>
      </p:sp>
      <p:sp>
        <p:nvSpPr>
          <p:cNvPr id="9" name="04">
            <a:extLst xmlns:a="http://schemas.openxmlformats.org/drawingml/2006/main">
              <a:ext uri="{FF2B5EF4-FFF2-40B4-BE49-F238E27FC236}">
                <a16:creationId xmlns:a16="http://schemas.microsoft.com/office/drawing/2014/main" id="{0C1D9DA3-1F5E-4406-A009-016C396A874E}"/>
              </a:ext>
            </a:extLst>
          </p:cNvPr>
          <p:cNvSpPr>
            <a:spLocks xmlns:a="http://schemas.openxmlformats.org/drawingml/2006/main" noGrp="1"/>
          </p:cNvSpPr>
          <p:nvPr/>
        </p:nvSpPr>
        <p:spPr>
          <a:xfrm xmlns:a="http://schemas.openxmlformats.org/drawingml/2006/main">
            <a:off x="11353800" y="62484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46D"/>
                </a:solidFill>
                <a:latin typeface="Arial"/>
                <a:ea typeface="Arial"/>
                <a:cs typeface="Arial"/>
              </a:defRPr>
            </a:defPPr>
            <a:lvl1pPr>
              <a:defRPr sz="1275" b="0">
                <a:solidFill>
                  <a:srgbClr val="52646D"/>
                </a:solidFill>
                <a:latin typeface="Arial"/>
                <a:ea typeface="Arial"/>
                <a:cs typeface="Arial"/>
              </a:defRPr>
            </a:lvl1pPr>
            <a:lvl2pPr>
              <a:defRPr sz="1275" b="0">
                <a:solidFill>
                  <a:srgbClr val="52646D"/>
                </a:solidFill>
                <a:latin typeface="Arial"/>
                <a:ea typeface="Arial"/>
                <a:cs typeface="Arial"/>
              </a:defRPr>
            </a:lvl2pPr>
            <a:lvl3pPr>
              <a:defRPr sz="1275" b="0">
                <a:solidFill>
                  <a:srgbClr val="52646D"/>
                </a:solidFill>
                <a:latin typeface="Arial"/>
                <a:ea typeface="Arial"/>
                <a:cs typeface="Arial"/>
              </a:defRPr>
            </a:lvl3pPr>
            <a:lvl4pPr>
              <a:defRPr sz="1275" b="0">
                <a:solidFill>
                  <a:srgbClr val="52646D"/>
                </a:solidFill>
                <a:latin typeface="Arial"/>
                <a:ea typeface="Arial"/>
                <a:cs typeface="Arial"/>
              </a:defRPr>
            </a:lvl4pPr>
            <a:lvl5pPr>
              <a:defRPr sz="1275" b="0">
                <a:solidFill>
                  <a:srgbClr val="52646D"/>
                </a:solidFill>
                <a:latin typeface="Arial"/>
                <a:ea typeface="Arial"/>
                <a:cs typeface="Arial"/>
              </a:defRPr>
            </a:lvl5pPr>
            <a:lvl6pPr>
              <a:defRPr sz="1275" b="0">
                <a:solidFill>
                  <a:srgbClr val="52646D"/>
                </a:solidFill>
                <a:latin typeface="Arial"/>
                <a:ea typeface="Arial"/>
                <a:cs typeface="Arial"/>
              </a:defRPr>
            </a:lvl6pPr>
            <a:lvl7pPr>
              <a:defRPr sz="1275" b="0">
                <a:solidFill>
                  <a:srgbClr val="52646D"/>
                </a:solidFill>
                <a:latin typeface="Arial"/>
                <a:ea typeface="Arial"/>
                <a:cs typeface="Arial"/>
              </a:defRPr>
            </a:lvl7pPr>
            <a:lvl8pPr>
              <a:defRPr sz="1275" b="0">
                <a:solidFill>
                  <a:srgbClr val="52646D"/>
                </a:solidFill>
                <a:latin typeface="Arial"/>
                <a:ea typeface="Arial"/>
                <a:cs typeface="Arial"/>
              </a:defRPr>
            </a:lvl8pPr>
            <a:lvl9pPr>
              <a:defRPr sz="1275" b="0">
                <a:solidFill>
                  <a:srgbClr val="52646D"/>
                </a:solidFill>
                <a:latin typeface="Arial"/>
                <a:ea typeface="Arial"/>
                <a:cs typeface="Arial"/>
              </a:defRPr>
            </a:lvl9pPr>
          </a:lstStyle>
          <a:p xmlns:a="http://schemas.openxmlformats.org/drawingml/2006/main">
            <a:pPr>
              <a:defRPr sz="1275" b="0">
                <a:solidFill>
                  <a:srgbClr val="52646D"/>
                </a:solidFill>
                <a:latin typeface="Arial"/>
                <a:ea typeface="Arial"/>
                <a:cs typeface="Arial"/>
              </a:defRPr>
            </a:pPr>
            <a:r>
              <a:rPr sz="1275" b="0">
                <a:solidFill>
                  <a:srgbClr val="52646D"/>
                </a:solidFill>
                <a:latin typeface="Arial"/>
                <a:ea typeface="Arial"/>
                <a:cs typeface="Arial"/>
              </a:rPr>
              <a:t>04</a:t>
            </a:r>
          </a:p>
        </p:txBody>
      </p:sp>
    </p:spTree>
    <p:extLst>
      <p:ext uri="{BB962C8B-B14F-4D97-AF65-F5344CB8AC3E}">
        <p14:creationId xmlns:p14="http://schemas.microsoft.com/office/powerpoint/2010/main" val="925060501"/>
      </p:ext>
    </p:extLst>
  </p:cSld>
</p:sld>
</file>

<file path=ppt/slides/slide5.xml><?xml version="1.0" encoding="utf-8"?>
<p:sld xmlns:p="http://schemas.openxmlformats.org/presentationml/2006/main">
  <p:cSld>
    <p:bg>
      <p:bgPr>
        <a:solidFill xmlns:a="http://schemas.openxmlformats.org/drawingml/2006/main">
          <a:srgbClr val="10242F"/>
        </a:solidFill>
      </p:bgPr>
    </p:bg>
    <p:spTree>
      <p:nvGrpSpPr>
        <p:cNvPr id="1" name=""/>
        <p:cNvGrpSpPr/>
        <p:nvPr/>
      </p:nvGrpSpPr>
      <p:grpSpPr>
        <a:xfrm xmlns:a="http://schemas.openxmlformats.org/drawingml/2006/main"/>
      </p:grpSpPr>
      <p:sp>
        <p:nvSpPr>
          <p:cNvPr id="9" name="Camera preview and sequential video analysis">
            <a:extLst xmlns:a="http://schemas.openxmlformats.org/drawingml/2006/main">
              <a:ext uri="{FF2B5EF4-FFF2-40B4-BE49-F238E27FC236}">
                <a16:creationId xmlns:a16="http://schemas.microsoft.com/office/drawing/2014/main" id="{2F3922D6-30AE-499F-AB6B-178ACB8A7591}"/>
              </a:ext>
            </a:extLst>
          </p:cNvPr>
          <p:cNvSpPr>
            <a:spLocks xmlns:a="http://schemas.openxmlformats.org/drawingml/2006/main" noGrp="1"/>
          </p:cNvSpPr>
          <p:nvPr/>
        </p:nvSpPr>
        <p:spPr>
          <a:xfrm xmlns:a="http://schemas.openxmlformats.org/drawingml/2006/main">
            <a:off x="609600" y="4191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Camera preview and sequential video analysis</a:t>
            </a:r>
          </a:p>
        </p:txBody>
      </p:sp>
      <p:pic>
        <p:nvPicPr>
          <p:cNvPr id="2" name="">
            <a:extLst xmlns:a="http://schemas.openxmlformats.org/drawingml/2006/main">
              <a:ext uri="{FF2B5EF4-FFF2-40B4-BE49-F238E27FC236}">
                <a16:creationId xmlns:a16="http://schemas.microsoft.com/office/drawing/2014/main" id="{883EC148-3AEF-4E7A-B170-94277B587C8B}"/>
              </a:ext>
            </a:extLst>
          </p:cNvPr>
          <p:cNvPicPr>
            <a:picLocks xmlns:a="http://schemas.openxmlformats.org/drawingml/2006/main" noChangeAspect="1"/>
          </p:cNvPicPr>
          <p:nvPr/>
        </p:nvPicPr>
        <p:blipFill>
          <a:blip xmlns:r="http://schemas.openxmlformats.org/officeDocument/2006/relationships" xmlns:a="http://schemas.openxmlformats.org/drawingml/2006/main" r:embed="Rd6d220e0511241f0"/>
          <a:srcRect xmlns:a="http://schemas.openxmlformats.org/drawingml/2006/main" l="17000" t="24000" r="1500" b="8000"/>
          <a:stretch xmlns:a="http://schemas.openxmlformats.org/drawingml/2006/main"/>
        </p:blipFill>
        <p:spPr>
          <a:xfrm xmlns:a="http://schemas.openxmlformats.org/drawingml/2006/main">
            <a:off x="609600" y="1657350"/>
            <a:ext cx="6953250" cy="4038600"/>
          </a:xfrm>
          <a:prstGeom xmlns:a="http://schemas.openxmlformats.org/drawingml/2006/main" prst="rect">
            <a:avLst/>
          </a:prstGeom>
        </p:spPr>
      </p:pic>
      <p:sp>
        <p:nvSpPr>
          <p:cNvPr id="3" name="Camera / Iriun / USB">
            <a:extLst xmlns:a="http://schemas.openxmlformats.org/drawingml/2006/main">
              <a:ext uri="{FF2B5EF4-FFF2-40B4-BE49-F238E27FC236}">
                <a16:creationId xmlns:a16="http://schemas.microsoft.com/office/drawing/2014/main" id="{0D03D702-C7CB-4003-B42E-856EE6CF0A9A}"/>
              </a:ext>
            </a:extLst>
          </p:cNvPr>
          <p:cNvSpPr>
            <a:spLocks xmlns:a="http://schemas.openxmlformats.org/drawingml/2006/main" noGrp="1"/>
          </p:cNvSpPr>
          <p:nvPr/>
        </p:nvSpPr>
        <p:spPr>
          <a:xfrm xmlns:a="http://schemas.openxmlformats.org/drawingml/2006/main">
            <a:off x="7953375" y="17526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D9F56B"/>
                </a:solidFill>
                <a:latin typeface="Arial"/>
                <a:ea typeface="Arial"/>
                <a:cs typeface="Arial"/>
              </a:defRPr>
            </a:defPPr>
            <a:lvl1pPr>
              <a:defRPr sz="2250" b="1">
                <a:solidFill>
                  <a:srgbClr val="D9F56B"/>
                </a:solidFill>
                <a:latin typeface="Arial"/>
                <a:ea typeface="Arial"/>
                <a:cs typeface="Arial"/>
              </a:defRPr>
            </a:lvl1pPr>
            <a:lvl2pPr>
              <a:defRPr sz="2250" b="1">
                <a:solidFill>
                  <a:srgbClr val="D9F56B"/>
                </a:solidFill>
                <a:latin typeface="Arial"/>
                <a:ea typeface="Arial"/>
                <a:cs typeface="Arial"/>
              </a:defRPr>
            </a:lvl2pPr>
            <a:lvl3pPr>
              <a:defRPr sz="2250" b="1">
                <a:solidFill>
                  <a:srgbClr val="D9F56B"/>
                </a:solidFill>
                <a:latin typeface="Arial"/>
                <a:ea typeface="Arial"/>
                <a:cs typeface="Arial"/>
              </a:defRPr>
            </a:lvl3pPr>
            <a:lvl4pPr>
              <a:defRPr sz="2250" b="1">
                <a:solidFill>
                  <a:srgbClr val="D9F56B"/>
                </a:solidFill>
                <a:latin typeface="Arial"/>
                <a:ea typeface="Arial"/>
                <a:cs typeface="Arial"/>
              </a:defRPr>
            </a:lvl4pPr>
            <a:lvl5pPr>
              <a:defRPr sz="2250" b="1">
                <a:solidFill>
                  <a:srgbClr val="D9F56B"/>
                </a:solidFill>
                <a:latin typeface="Arial"/>
                <a:ea typeface="Arial"/>
                <a:cs typeface="Arial"/>
              </a:defRPr>
            </a:lvl5pPr>
            <a:lvl6pPr>
              <a:defRPr sz="2250" b="1">
                <a:solidFill>
                  <a:srgbClr val="D9F56B"/>
                </a:solidFill>
                <a:latin typeface="Arial"/>
                <a:ea typeface="Arial"/>
                <a:cs typeface="Arial"/>
              </a:defRPr>
            </a:lvl6pPr>
            <a:lvl7pPr>
              <a:defRPr sz="2250" b="1">
                <a:solidFill>
                  <a:srgbClr val="D9F56B"/>
                </a:solidFill>
                <a:latin typeface="Arial"/>
                <a:ea typeface="Arial"/>
                <a:cs typeface="Arial"/>
              </a:defRPr>
            </a:lvl7pPr>
            <a:lvl8pPr>
              <a:defRPr sz="2250" b="1">
                <a:solidFill>
                  <a:srgbClr val="D9F56B"/>
                </a:solidFill>
                <a:latin typeface="Arial"/>
                <a:ea typeface="Arial"/>
                <a:cs typeface="Arial"/>
              </a:defRPr>
            </a:lvl8pPr>
            <a:lvl9pPr>
              <a:defRPr sz="2250" b="1">
                <a:solidFill>
                  <a:srgbClr val="D9F56B"/>
                </a:solidFill>
                <a:latin typeface="Arial"/>
                <a:ea typeface="Arial"/>
                <a:cs typeface="Arial"/>
              </a:defRPr>
            </a:lvl9pPr>
          </a:lstStyle>
          <a:p xmlns:a="http://schemas.openxmlformats.org/drawingml/2006/main">
            <a:pPr>
              <a:defRPr sz="2250" b="1">
                <a:solidFill>
                  <a:srgbClr val="D9F56B"/>
                </a:solidFill>
                <a:latin typeface="Arial"/>
                <a:ea typeface="Arial"/>
                <a:cs typeface="Arial"/>
              </a:defRPr>
            </a:pPr>
            <a:r>
              <a:rPr sz="2250" b="1">
                <a:solidFill>
                  <a:srgbClr val="D9F56B"/>
                </a:solidFill>
                <a:latin typeface="Arial"/>
                <a:ea typeface="Arial"/>
                <a:cs typeface="Arial"/>
              </a:rPr>
              <a:t>Camera / Iriun / USB</a:t>
            </a:r>
          </a:p>
        </p:txBody>
      </p:sp>
      <p:sp>
        <p:nvSpPr>
          <p:cNvPr id="4" name="Samples frames automatically,">
            <a:extLst xmlns:a="http://schemas.openxmlformats.org/drawingml/2006/main">
              <a:ext uri="{FF2B5EF4-FFF2-40B4-BE49-F238E27FC236}">
                <a16:creationId xmlns:a16="http://schemas.microsoft.com/office/drawing/2014/main" id="{86231610-71F6-4F98-91EA-F666FCBB7705}"/>
              </a:ext>
            </a:extLst>
          </p:cNvPr>
          <p:cNvSpPr>
            <a:spLocks xmlns:a="http://schemas.openxmlformats.org/drawingml/2006/main" noGrp="1"/>
          </p:cNvSpPr>
          <p:nvPr/>
        </p:nvSpPr>
        <p:spPr>
          <a:xfrm xmlns:a="http://schemas.openxmlformats.org/drawingml/2006/main">
            <a:off x="7953375" y="2343150"/>
            <a:ext cx="3571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FFFFFF"/>
                </a:solidFill>
                <a:latin typeface="Arial"/>
                <a:ea typeface="Arial"/>
                <a:cs typeface="Arial"/>
              </a:defRPr>
            </a:defPPr>
            <a:lvl1pPr>
              <a:defRPr sz="1950" b="0">
                <a:solidFill>
                  <a:srgbClr val="FFFFFF"/>
                </a:solidFill>
                <a:latin typeface="Arial"/>
                <a:ea typeface="Arial"/>
                <a:cs typeface="Arial"/>
              </a:defRPr>
            </a:lvl1pPr>
            <a:lvl2pPr>
              <a:defRPr sz="1950" b="0">
                <a:solidFill>
                  <a:srgbClr val="FFFFFF"/>
                </a:solidFill>
                <a:latin typeface="Arial"/>
                <a:ea typeface="Arial"/>
                <a:cs typeface="Arial"/>
              </a:defRPr>
            </a:lvl2pPr>
            <a:lvl3pPr>
              <a:defRPr sz="1950" b="0">
                <a:solidFill>
                  <a:srgbClr val="FFFFFF"/>
                </a:solidFill>
                <a:latin typeface="Arial"/>
                <a:ea typeface="Arial"/>
                <a:cs typeface="Arial"/>
              </a:defRPr>
            </a:lvl3pPr>
            <a:lvl4pPr>
              <a:defRPr sz="1950" b="0">
                <a:solidFill>
                  <a:srgbClr val="FFFFFF"/>
                </a:solidFill>
                <a:latin typeface="Arial"/>
                <a:ea typeface="Arial"/>
                <a:cs typeface="Arial"/>
              </a:defRPr>
            </a:lvl4pPr>
            <a:lvl5pPr>
              <a:defRPr sz="1950" b="0">
                <a:solidFill>
                  <a:srgbClr val="FFFFFF"/>
                </a:solidFill>
                <a:latin typeface="Arial"/>
                <a:ea typeface="Arial"/>
                <a:cs typeface="Arial"/>
              </a:defRPr>
            </a:lvl5pPr>
            <a:lvl6pPr>
              <a:defRPr sz="1950" b="0">
                <a:solidFill>
                  <a:srgbClr val="FFFFFF"/>
                </a:solidFill>
                <a:latin typeface="Arial"/>
                <a:ea typeface="Arial"/>
                <a:cs typeface="Arial"/>
              </a:defRPr>
            </a:lvl6pPr>
            <a:lvl7pPr>
              <a:defRPr sz="1950" b="0">
                <a:solidFill>
                  <a:srgbClr val="FFFFFF"/>
                </a:solidFill>
                <a:latin typeface="Arial"/>
                <a:ea typeface="Arial"/>
                <a:cs typeface="Arial"/>
              </a:defRPr>
            </a:lvl7pPr>
            <a:lvl8pPr>
              <a:defRPr sz="1950" b="0">
                <a:solidFill>
                  <a:srgbClr val="FFFFFF"/>
                </a:solidFill>
                <a:latin typeface="Arial"/>
                <a:ea typeface="Arial"/>
                <a:cs typeface="Arial"/>
              </a:defRPr>
            </a:lvl8pPr>
            <a:lvl9pPr>
              <a:defRPr sz="1950" b="0">
                <a:solidFill>
                  <a:srgbClr val="FFFFFF"/>
                </a:solidFill>
                <a:latin typeface="Arial"/>
                <a:ea typeface="Arial"/>
                <a:cs typeface="Arial"/>
              </a:defRPr>
            </a:lvl9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Samples frames automatically,</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one inference at a time.</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Lighter models reduce delay.</a:t>
            </a:r>
          </a:p>
        </p:txBody>
      </p:sp>
      <p:sp>
        <p:nvSpPr>
          <p:cNvPr id="5" name="Video file">
            <a:extLst xmlns:a="http://schemas.openxmlformats.org/drawingml/2006/main">
              <a:ext uri="{FF2B5EF4-FFF2-40B4-BE49-F238E27FC236}">
                <a16:creationId xmlns:a16="http://schemas.microsoft.com/office/drawing/2014/main" id="{10B084DF-00AE-4FA6-AB80-E842CD915FAE}"/>
              </a:ext>
            </a:extLst>
          </p:cNvPr>
          <p:cNvSpPr>
            <a:spLocks xmlns:a="http://schemas.openxmlformats.org/drawingml/2006/main" noGrp="1"/>
          </p:cNvSpPr>
          <p:nvPr/>
        </p:nvSpPr>
        <p:spPr>
          <a:xfrm xmlns:a="http://schemas.openxmlformats.org/drawingml/2006/main">
            <a:off x="7953375" y="398145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D9F56B"/>
                </a:solidFill>
                <a:latin typeface="Arial"/>
                <a:ea typeface="Arial"/>
                <a:cs typeface="Arial"/>
              </a:defRPr>
            </a:defPPr>
            <a:lvl1pPr>
              <a:defRPr sz="2250" b="1">
                <a:solidFill>
                  <a:srgbClr val="D9F56B"/>
                </a:solidFill>
                <a:latin typeface="Arial"/>
                <a:ea typeface="Arial"/>
                <a:cs typeface="Arial"/>
              </a:defRPr>
            </a:lvl1pPr>
            <a:lvl2pPr>
              <a:defRPr sz="2250" b="1">
                <a:solidFill>
                  <a:srgbClr val="D9F56B"/>
                </a:solidFill>
                <a:latin typeface="Arial"/>
                <a:ea typeface="Arial"/>
                <a:cs typeface="Arial"/>
              </a:defRPr>
            </a:lvl2pPr>
            <a:lvl3pPr>
              <a:defRPr sz="2250" b="1">
                <a:solidFill>
                  <a:srgbClr val="D9F56B"/>
                </a:solidFill>
                <a:latin typeface="Arial"/>
                <a:ea typeface="Arial"/>
                <a:cs typeface="Arial"/>
              </a:defRPr>
            </a:lvl3pPr>
            <a:lvl4pPr>
              <a:defRPr sz="2250" b="1">
                <a:solidFill>
                  <a:srgbClr val="D9F56B"/>
                </a:solidFill>
                <a:latin typeface="Arial"/>
                <a:ea typeface="Arial"/>
                <a:cs typeface="Arial"/>
              </a:defRPr>
            </a:lvl4pPr>
            <a:lvl5pPr>
              <a:defRPr sz="2250" b="1">
                <a:solidFill>
                  <a:srgbClr val="D9F56B"/>
                </a:solidFill>
                <a:latin typeface="Arial"/>
                <a:ea typeface="Arial"/>
                <a:cs typeface="Arial"/>
              </a:defRPr>
            </a:lvl5pPr>
            <a:lvl6pPr>
              <a:defRPr sz="2250" b="1">
                <a:solidFill>
                  <a:srgbClr val="D9F56B"/>
                </a:solidFill>
                <a:latin typeface="Arial"/>
                <a:ea typeface="Arial"/>
                <a:cs typeface="Arial"/>
              </a:defRPr>
            </a:lvl6pPr>
            <a:lvl7pPr>
              <a:defRPr sz="2250" b="1">
                <a:solidFill>
                  <a:srgbClr val="D9F56B"/>
                </a:solidFill>
                <a:latin typeface="Arial"/>
                <a:ea typeface="Arial"/>
                <a:cs typeface="Arial"/>
              </a:defRPr>
            </a:lvl7pPr>
            <a:lvl8pPr>
              <a:defRPr sz="2250" b="1">
                <a:solidFill>
                  <a:srgbClr val="D9F56B"/>
                </a:solidFill>
                <a:latin typeface="Arial"/>
                <a:ea typeface="Arial"/>
                <a:cs typeface="Arial"/>
              </a:defRPr>
            </a:lvl8pPr>
            <a:lvl9pPr>
              <a:defRPr sz="2250" b="1">
                <a:solidFill>
                  <a:srgbClr val="D9F56B"/>
                </a:solidFill>
                <a:latin typeface="Arial"/>
                <a:ea typeface="Arial"/>
                <a:cs typeface="Arial"/>
              </a:defRPr>
            </a:lvl9pPr>
          </a:lstStyle>
          <a:p xmlns:a="http://schemas.openxmlformats.org/drawingml/2006/main">
            <a:pPr>
              <a:defRPr sz="2250" b="1">
                <a:solidFill>
                  <a:srgbClr val="D9F56B"/>
                </a:solidFill>
                <a:latin typeface="Arial"/>
                <a:ea typeface="Arial"/>
                <a:cs typeface="Arial"/>
              </a:defRPr>
            </a:pPr>
            <a:r>
              <a:rPr sz="2250" b="1">
                <a:solidFill>
                  <a:srgbClr val="D9F56B"/>
                </a:solidFill>
                <a:latin typeface="Arial"/>
                <a:ea typeface="Arial"/>
                <a:cs typeface="Arial"/>
              </a:rPr>
              <a:t>Video file</a:t>
            </a:r>
          </a:p>
        </p:txBody>
      </p:sp>
      <p:sp>
        <p:nvSpPr>
          <p:cNvPr id="6" name="The complete-frame job">
            <a:extLst xmlns:a="http://schemas.openxmlformats.org/drawingml/2006/main">
              <a:ext uri="{FF2B5EF4-FFF2-40B4-BE49-F238E27FC236}">
                <a16:creationId xmlns:a16="http://schemas.microsoft.com/office/drawing/2014/main" id="{0C9A6EA8-290F-40A5-B948-A21CDFAB8D3D}"/>
              </a:ext>
            </a:extLst>
          </p:cNvPr>
          <p:cNvSpPr>
            <a:spLocks xmlns:a="http://schemas.openxmlformats.org/drawingml/2006/main" noGrp="1"/>
          </p:cNvSpPr>
          <p:nvPr/>
        </p:nvSpPr>
        <p:spPr>
          <a:xfrm xmlns:a="http://schemas.openxmlformats.org/drawingml/2006/main">
            <a:off x="7953375" y="4524375"/>
            <a:ext cx="3571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The complete-frame job</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processes decoded frames</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and may run slower than playback.</a:t>
            </a:r>
          </a:p>
        </p:txBody>
      </p:sp>
      <p:sp>
        <p:nvSpPr>
          <p:cNvPr id="7" name="Current camera setup screen, 27 Oct · No came">
            <a:extLst xmlns:a="http://schemas.openxmlformats.org/drawingml/2006/main">
              <a:ext uri="{FF2B5EF4-FFF2-40B4-BE49-F238E27FC236}">
                <a16:creationId xmlns:a16="http://schemas.microsoft.com/office/drawing/2014/main" id="{653C9F68-6470-42BD-A203-8E1AAAE7977A}"/>
              </a:ext>
            </a:extLst>
          </p:cNvPr>
          <p:cNvSpPr>
            <a:spLocks xmlns:a="http://schemas.openxmlformats.org/drawingml/2006/main" noGrp="1"/>
          </p:cNvSpPr>
          <p:nvPr/>
        </p:nvSpPr>
        <p:spPr>
          <a:xfrm xmlns:a="http://schemas.openxmlformats.org/drawingml/2006/main">
            <a:off x="609600" y="61912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DD0D9"/>
                </a:solidFill>
                <a:latin typeface="Arial"/>
                <a:ea typeface="Arial"/>
                <a:cs typeface="Arial"/>
              </a:defRPr>
            </a:defPPr>
            <a:lvl1pPr>
              <a:defRPr sz="1350" b="0">
                <a:solidFill>
                  <a:srgbClr val="BDD0D9"/>
                </a:solidFill>
                <a:latin typeface="Arial"/>
                <a:ea typeface="Arial"/>
                <a:cs typeface="Arial"/>
              </a:defRPr>
            </a:lvl1pPr>
            <a:lvl2pPr>
              <a:defRPr sz="1350" b="0">
                <a:solidFill>
                  <a:srgbClr val="BDD0D9"/>
                </a:solidFill>
                <a:latin typeface="Arial"/>
                <a:ea typeface="Arial"/>
                <a:cs typeface="Arial"/>
              </a:defRPr>
            </a:lvl2pPr>
            <a:lvl3pPr>
              <a:defRPr sz="1350" b="0">
                <a:solidFill>
                  <a:srgbClr val="BDD0D9"/>
                </a:solidFill>
                <a:latin typeface="Arial"/>
                <a:ea typeface="Arial"/>
                <a:cs typeface="Arial"/>
              </a:defRPr>
            </a:lvl3pPr>
            <a:lvl4pPr>
              <a:defRPr sz="1350" b="0">
                <a:solidFill>
                  <a:srgbClr val="BDD0D9"/>
                </a:solidFill>
                <a:latin typeface="Arial"/>
                <a:ea typeface="Arial"/>
                <a:cs typeface="Arial"/>
              </a:defRPr>
            </a:lvl4pPr>
            <a:lvl5pPr>
              <a:defRPr sz="1350" b="0">
                <a:solidFill>
                  <a:srgbClr val="BDD0D9"/>
                </a:solidFill>
                <a:latin typeface="Arial"/>
                <a:ea typeface="Arial"/>
                <a:cs typeface="Arial"/>
              </a:defRPr>
            </a:lvl5pPr>
            <a:lvl6pPr>
              <a:defRPr sz="1350" b="0">
                <a:solidFill>
                  <a:srgbClr val="BDD0D9"/>
                </a:solidFill>
                <a:latin typeface="Arial"/>
                <a:ea typeface="Arial"/>
                <a:cs typeface="Arial"/>
              </a:defRPr>
            </a:lvl6pPr>
            <a:lvl7pPr>
              <a:defRPr sz="1350" b="0">
                <a:solidFill>
                  <a:srgbClr val="BDD0D9"/>
                </a:solidFill>
                <a:latin typeface="Arial"/>
                <a:ea typeface="Arial"/>
                <a:cs typeface="Arial"/>
              </a:defRPr>
            </a:lvl7pPr>
            <a:lvl8pPr>
              <a:defRPr sz="1350" b="0">
                <a:solidFill>
                  <a:srgbClr val="BDD0D9"/>
                </a:solidFill>
                <a:latin typeface="Arial"/>
                <a:ea typeface="Arial"/>
                <a:cs typeface="Arial"/>
              </a:defRPr>
            </a:lvl8pPr>
            <a:lvl9pPr>
              <a:defRPr sz="1350" b="0">
                <a:solidFill>
                  <a:srgbClr val="BDD0D9"/>
                </a:solidFill>
                <a:latin typeface="Arial"/>
                <a:ea typeface="Arial"/>
                <a:cs typeface="Arial"/>
              </a:defRPr>
            </a:lvl9pPr>
          </a:lstStyle>
          <a:p xmlns:a="http://schemas.openxmlformats.org/drawingml/2006/main">
            <a:pPr>
              <a:defRPr sz="1350" b="0">
                <a:solidFill>
                  <a:srgbClr val="BDD0D9"/>
                </a:solidFill>
                <a:latin typeface="Arial"/>
                <a:ea typeface="Arial"/>
                <a:cs typeface="Arial"/>
              </a:defRPr>
            </a:pPr>
            <a:r>
              <a:rPr sz="1350" b="0">
                <a:solidFill>
                  <a:srgbClr val="BDD0D9"/>
                </a:solidFill>
                <a:latin typeface="Arial"/>
                <a:ea typeface="Arial"/>
                <a:cs typeface="Arial"/>
              </a:rPr>
              <a:t>Current camera setup screen, 27 Oct · No camera latency or drone-field accuracy is claimed.</a:t>
            </a:r>
          </a:p>
        </p:txBody>
      </p:sp>
      <p:sp>
        <p:nvSpPr>
          <p:cNvPr id="8" name="05">
            <a:extLst xmlns:a="http://schemas.openxmlformats.org/drawingml/2006/main">
              <a:ext uri="{FF2B5EF4-FFF2-40B4-BE49-F238E27FC236}">
                <a16:creationId xmlns:a16="http://schemas.microsoft.com/office/drawing/2014/main" id="{2189B32D-7F53-4A64-8767-493A8C9A0065}"/>
              </a:ext>
            </a:extLst>
          </p:cNvPr>
          <p:cNvSpPr>
            <a:spLocks xmlns:a="http://schemas.openxmlformats.org/drawingml/2006/main" noGrp="1"/>
          </p:cNvSpPr>
          <p:nvPr/>
        </p:nvSpPr>
        <p:spPr>
          <a:xfrm xmlns:a="http://schemas.openxmlformats.org/drawingml/2006/main">
            <a:off x="11353800" y="62484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DD0D9"/>
                </a:solidFill>
                <a:latin typeface="Arial"/>
                <a:ea typeface="Arial"/>
                <a:cs typeface="Arial"/>
              </a:defRPr>
            </a:defPPr>
            <a:lvl1pPr>
              <a:defRPr sz="1275" b="0">
                <a:solidFill>
                  <a:srgbClr val="BDD0D9"/>
                </a:solidFill>
                <a:latin typeface="Arial"/>
                <a:ea typeface="Arial"/>
                <a:cs typeface="Arial"/>
              </a:defRPr>
            </a:lvl1pPr>
            <a:lvl2pPr>
              <a:defRPr sz="1275" b="0">
                <a:solidFill>
                  <a:srgbClr val="BDD0D9"/>
                </a:solidFill>
                <a:latin typeface="Arial"/>
                <a:ea typeface="Arial"/>
                <a:cs typeface="Arial"/>
              </a:defRPr>
            </a:lvl2pPr>
            <a:lvl3pPr>
              <a:defRPr sz="1275" b="0">
                <a:solidFill>
                  <a:srgbClr val="BDD0D9"/>
                </a:solidFill>
                <a:latin typeface="Arial"/>
                <a:ea typeface="Arial"/>
                <a:cs typeface="Arial"/>
              </a:defRPr>
            </a:lvl3pPr>
            <a:lvl4pPr>
              <a:defRPr sz="1275" b="0">
                <a:solidFill>
                  <a:srgbClr val="BDD0D9"/>
                </a:solidFill>
                <a:latin typeface="Arial"/>
                <a:ea typeface="Arial"/>
                <a:cs typeface="Arial"/>
              </a:defRPr>
            </a:lvl4pPr>
            <a:lvl5pPr>
              <a:defRPr sz="1275" b="0">
                <a:solidFill>
                  <a:srgbClr val="BDD0D9"/>
                </a:solidFill>
                <a:latin typeface="Arial"/>
                <a:ea typeface="Arial"/>
                <a:cs typeface="Arial"/>
              </a:defRPr>
            </a:lvl5pPr>
            <a:lvl6pPr>
              <a:defRPr sz="1275" b="0">
                <a:solidFill>
                  <a:srgbClr val="BDD0D9"/>
                </a:solidFill>
                <a:latin typeface="Arial"/>
                <a:ea typeface="Arial"/>
                <a:cs typeface="Arial"/>
              </a:defRPr>
            </a:lvl6pPr>
            <a:lvl7pPr>
              <a:defRPr sz="1275" b="0">
                <a:solidFill>
                  <a:srgbClr val="BDD0D9"/>
                </a:solidFill>
                <a:latin typeface="Arial"/>
                <a:ea typeface="Arial"/>
                <a:cs typeface="Arial"/>
              </a:defRPr>
            </a:lvl7pPr>
            <a:lvl8pPr>
              <a:defRPr sz="1275" b="0">
                <a:solidFill>
                  <a:srgbClr val="BDD0D9"/>
                </a:solidFill>
                <a:latin typeface="Arial"/>
                <a:ea typeface="Arial"/>
                <a:cs typeface="Arial"/>
              </a:defRPr>
            </a:lvl8pPr>
            <a:lvl9pPr>
              <a:defRPr sz="1275" b="0">
                <a:solidFill>
                  <a:srgbClr val="BDD0D9"/>
                </a:solidFill>
                <a:latin typeface="Arial"/>
                <a:ea typeface="Arial"/>
                <a:cs typeface="Arial"/>
              </a:defRPr>
            </a:lvl9pPr>
          </a:lstStyle>
          <a:p xmlns:a="http://schemas.openxmlformats.org/drawingml/2006/main">
            <a:pPr>
              <a:defRPr sz="1275" b="0">
                <a:solidFill>
                  <a:srgbClr val="BDD0D9"/>
                </a:solidFill>
                <a:latin typeface="Arial"/>
                <a:ea typeface="Arial"/>
                <a:cs typeface="Arial"/>
              </a:defRPr>
            </a:pPr>
            <a:r>
              <a:rPr sz="1275" b="0">
                <a:solidFill>
                  <a:srgbClr val="BDD0D9"/>
                </a:solidFill>
                <a:latin typeface="Arial"/>
                <a:ea typeface="Arial"/>
                <a:cs typeface="Arial"/>
              </a:rPr>
              <a:t>05</a:t>
            </a:r>
          </a:p>
        </p:txBody>
      </p:sp>
    </p:spTree>
    <p:extLst>
      <p:ext uri="{BB962C8B-B14F-4D97-AF65-F5344CB8AC3E}">
        <p14:creationId xmlns:p14="http://schemas.microsoft.com/office/powerpoint/2010/main" val="98837901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uman review prepares the next training cycle">
            <a:extLst xmlns:a="http://schemas.openxmlformats.org/drawingml/2006/main">
              <a:ext uri="{FF2B5EF4-FFF2-40B4-BE49-F238E27FC236}">
                <a16:creationId xmlns:a16="http://schemas.microsoft.com/office/drawing/2014/main" id="{41CC002A-0027-4A39-8DAE-305FB69A02D7}"/>
              </a:ext>
            </a:extLst>
          </p:cNvPr>
          <p:cNvSpPr>
            <a:spLocks xmlns:a="http://schemas.openxmlformats.org/drawingml/2006/main" noGrp="1"/>
          </p:cNvSpPr>
          <p:nvPr/>
        </p:nvSpPr>
        <p:spPr>
          <a:xfrm xmlns:a="http://schemas.openxmlformats.org/drawingml/2006/main">
            <a:off x="609600" y="4191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42A36"/>
                </a:solidFill>
                <a:latin typeface="Arial"/>
                <a:ea typeface="Arial"/>
                <a:cs typeface="Arial"/>
              </a:defRPr>
            </a:defPPr>
            <a:lvl1pPr>
              <a:defRPr sz="3450" b="1">
                <a:solidFill>
                  <a:srgbClr val="142A36"/>
                </a:solidFill>
                <a:latin typeface="Arial"/>
                <a:ea typeface="Arial"/>
                <a:cs typeface="Arial"/>
              </a:defRPr>
            </a:lvl1pPr>
            <a:lvl2pPr>
              <a:defRPr sz="3450" b="1">
                <a:solidFill>
                  <a:srgbClr val="142A36"/>
                </a:solidFill>
                <a:latin typeface="Arial"/>
                <a:ea typeface="Arial"/>
                <a:cs typeface="Arial"/>
              </a:defRPr>
            </a:lvl2pPr>
            <a:lvl3pPr>
              <a:defRPr sz="3450" b="1">
                <a:solidFill>
                  <a:srgbClr val="142A36"/>
                </a:solidFill>
                <a:latin typeface="Arial"/>
                <a:ea typeface="Arial"/>
                <a:cs typeface="Arial"/>
              </a:defRPr>
            </a:lvl3pPr>
            <a:lvl4pPr>
              <a:defRPr sz="3450" b="1">
                <a:solidFill>
                  <a:srgbClr val="142A36"/>
                </a:solidFill>
                <a:latin typeface="Arial"/>
                <a:ea typeface="Arial"/>
                <a:cs typeface="Arial"/>
              </a:defRPr>
            </a:lvl4pPr>
            <a:lvl5pPr>
              <a:defRPr sz="3450" b="1">
                <a:solidFill>
                  <a:srgbClr val="142A36"/>
                </a:solidFill>
                <a:latin typeface="Arial"/>
                <a:ea typeface="Arial"/>
                <a:cs typeface="Arial"/>
              </a:defRPr>
            </a:lvl5pPr>
            <a:lvl6pPr>
              <a:defRPr sz="3450" b="1">
                <a:solidFill>
                  <a:srgbClr val="142A36"/>
                </a:solidFill>
                <a:latin typeface="Arial"/>
                <a:ea typeface="Arial"/>
                <a:cs typeface="Arial"/>
              </a:defRPr>
            </a:lvl6pPr>
            <a:lvl7pPr>
              <a:defRPr sz="3450" b="1">
                <a:solidFill>
                  <a:srgbClr val="142A36"/>
                </a:solidFill>
                <a:latin typeface="Arial"/>
                <a:ea typeface="Arial"/>
                <a:cs typeface="Arial"/>
              </a:defRPr>
            </a:lvl7pPr>
            <a:lvl8pPr>
              <a:defRPr sz="3450" b="1">
                <a:solidFill>
                  <a:srgbClr val="142A36"/>
                </a:solidFill>
                <a:latin typeface="Arial"/>
                <a:ea typeface="Arial"/>
                <a:cs typeface="Arial"/>
              </a:defRPr>
            </a:lvl8pPr>
            <a:lvl9pPr>
              <a:defRPr sz="3450" b="1">
                <a:solidFill>
                  <a:srgbClr val="142A36"/>
                </a:solidFill>
                <a:latin typeface="Arial"/>
                <a:ea typeface="Arial"/>
                <a:cs typeface="Arial"/>
              </a:defRPr>
            </a:lvl9pPr>
          </a:lstStyle>
          <a:p xmlns:a="http://schemas.openxmlformats.org/drawingml/2006/main">
            <a:pPr>
              <a:defRPr sz="3450" b="1">
                <a:solidFill>
                  <a:srgbClr val="142A36"/>
                </a:solidFill>
                <a:latin typeface="Arial"/>
                <a:ea typeface="Arial"/>
                <a:cs typeface="Arial"/>
              </a:defRPr>
            </a:pPr>
            <a:r>
              <a:rPr sz="3450" b="1">
                <a:solidFill>
                  <a:srgbClr val="142A36"/>
                </a:solidFill>
                <a:latin typeface="Arial"/>
                <a:ea typeface="Arial"/>
                <a:cs typeface="Arial"/>
              </a:rPr>
              <a:t>Human review prepares the next training cycle</a:t>
            </a:r>
          </a:p>
        </p:txBody>
      </p:sp>
      <p:pic>
        <p:nvPicPr>
          <p:cNvPr id="2" name="">
            <a:extLst xmlns:a="http://schemas.openxmlformats.org/drawingml/2006/main">
              <a:ext uri="{FF2B5EF4-FFF2-40B4-BE49-F238E27FC236}">
                <a16:creationId xmlns:a16="http://schemas.microsoft.com/office/drawing/2014/main" id="{91A13328-607B-4692-A8C0-7658B8E1FB03}"/>
              </a:ext>
            </a:extLst>
          </p:cNvPr>
          <p:cNvPicPr>
            <a:picLocks xmlns:a="http://schemas.openxmlformats.org/drawingml/2006/main" noChangeAspect="1"/>
          </p:cNvPicPr>
          <p:nvPr/>
        </p:nvPicPr>
        <p:blipFill>
          <a:blip xmlns:r="http://schemas.openxmlformats.org/officeDocument/2006/relationships" xmlns:a="http://schemas.openxmlformats.org/drawingml/2006/main" r:embed="R0ab602834a4f4833"/>
          <a:srcRect xmlns:a="http://schemas.openxmlformats.org/drawingml/2006/main" l="17500" t="28500" r="1000" b="41000"/>
          <a:stretch xmlns:a="http://schemas.openxmlformats.org/drawingml/2006/main"/>
        </p:blipFill>
        <p:spPr>
          <a:xfrm xmlns:a="http://schemas.openxmlformats.org/drawingml/2006/main">
            <a:off x="571500" y="1552575"/>
            <a:ext cx="11029950" cy="3143250"/>
          </a:xfrm>
          <a:prstGeom xmlns:a="http://schemas.openxmlformats.org/drawingml/2006/main" prst="rect">
            <a:avLst/>
          </a:prstGeom>
        </p:spPr>
      </p:pic>
      <p:sp>
        <p:nvSpPr>
          <p:cNvPr id="3" name="A saved correction does not update model weig">
            <a:extLst xmlns:a="http://schemas.openxmlformats.org/drawingml/2006/main">
              <a:ext uri="{FF2B5EF4-FFF2-40B4-BE49-F238E27FC236}">
                <a16:creationId xmlns:a16="http://schemas.microsoft.com/office/drawing/2014/main" id="{613DA499-A1A7-4604-900D-A9645549E4E7}"/>
              </a:ext>
            </a:extLst>
          </p:cNvPr>
          <p:cNvSpPr>
            <a:spLocks xmlns:a="http://schemas.openxmlformats.org/drawingml/2006/main" noGrp="1"/>
          </p:cNvSpPr>
          <p:nvPr/>
        </p:nvSpPr>
        <p:spPr>
          <a:xfrm xmlns:a="http://schemas.openxmlformats.org/drawingml/2006/main">
            <a:off x="647700" y="4943475"/>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126C73"/>
                </a:solidFill>
                <a:latin typeface="Arial"/>
                <a:ea typeface="Arial"/>
                <a:cs typeface="Arial"/>
              </a:defRPr>
            </a:defPPr>
            <a:lvl1pPr>
              <a:defRPr sz="2475" b="1">
                <a:solidFill>
                  <a:srgbClr val="126C73"/>
                </a:solidFill>
                <a:latin typeface="Arial"/>
                <a:ea typeface="Arial"/>
                <a:cs typeface="Arial"/>
              </a:defRPr>
            </a:lvl1pPr>
            <a:lvl2pPr>
              <a:defRPr sz="2475" b="1">
                <a:solidFill>
                  <a:srgbClr val="126C73"/>
                </a:solidFill>
                <a:latin typeface="Arial"/>
                <a:ea typeface="Arial"/>
                <a:cs typeface="Arial"/>
              </a:defRPr>
            </a:lvl2pPr>
            <a:lvl3pPr>
              <a:defRPr sz="2475" b="1">
                <a:solidFill>
                  <a:srgbClr val="126C73"/>
                </a:solidFill>
                <a:latin typeface="Arial"/>
                <a:ea typeface="Arial"/>
                <a:cs typeface="Arial"/>
              </a:defRPr>
            </a:lvl3pPr>
            <a:lvl4pPr>
              <a:defRPr sz="2475" b="1">
                <a:solidFill>
                  <a:srgbClr val="126C73"/>
                </a:solidFill>
                <a:latin typeface="Arial"/>
                <a:ea typeface="Arial"/>
                <a:cs typeface="Arial"/>
              </a:defRPr>
            </a:lvl4pPr>
            <a:lvl5pPr>
              <a:defRPr sz="2475" b="1">
                <a:solidFill>
                  <a:srgbClr val="126C73"/>
                </a:solidFill>
                <a:latin typeface="Arial"/>
                <a:ea typeface="Arial"/>
                <a:cs typeface="Arial"/>
              </a:defRPr>
            </a:lvl5pPr>
            <a:lvl6pPr>
              <a:defRPr sz="2475" b="1">
                <a:solidFill>
                  <a:srgbClr val="126C73"/>
                </a:solidFill>
                <a:latin typeface="Arial"/>
                <a:ea typeface="Arial"/>
                <a:cs typeface="Arial"/>
              </a:defRPr>
            </a:lvl6pPr>
            <a:lvl7pPr>
              <a:defRPr sz="2475" b="1">
                <a:solidFill>
                  <a:srgbClr val="126C73"/>
                </a:solidFill>
                <a:latin typeface="Arial"/>
                <a:ea typeface="Arial"/>
                <a:cs typeface="Arial"/>
              </a:defRPr>
            </a:lvl7pPr>
            <a:lvl8pPr>
              <a:defRPr sz="2475" b="1">
                <a:solidFill>
                  <a:srgbClr val="126C73"/>
                </a:solidFill>
                <a:latin typeface="Arial"/>
                <a:ea typeface="Arial"/>
                <a:cs typeface="Arial"/>
              </a:defRPr>
            </a:lvl8pPr>
            <a:lvl9pPr>
              <a:defRPr sz="2475" b="1">
                <a:solidFill>
                  <a:srgbClr val="126C73"/>
                </a:solidFill>
                <a:latin typeface="Arial"/>
                <a:ea typeface="Arial"/>
                <a:cs typeface="Arial"/>
              </a:defRPr>
            </a:lvl9pPr>
          </a:lstStyle>
          <a:p xmlns:a="http://schemas.openxmlformats.org/drawingml/2006/main">
            <a:pPr>
              <a:defRPr sz="2475" b="1">
                <a:solidFill>
                  <a:srgbClr val="126C73"/>
                </a:solidFill>
                <a:latin typeface="Arial"/>
                <a:ea typeface="Arial"/>
                <a:cs typeface="Arial"/>
              </a:defRPr>
            </a:pPr>
            <a:r>
              <a:rPr sz="2475" b="1">
                <a:solidFill>
                  <a:srgbClr val="126C73"/>
                </a:solidFill>
                <a:latin typeface="Arial"/>
                <a:ea typeface="Arial"/>
                <a:cs typeface="Arial"/>
              </a:rPr>
              <a:t>A saved correction does not update model weights.</a:t>
            </a:r>
          </a:p>
        </p:txBody>
      </p:sp>
      <p:sp>
        <p:nvSpPr>
          <p:cNvPr id="4" name="Approve → export → train separately → evaluat">
            <a:extLst xmlns:a="http://schemas.openxmlformats.org/drawingml/2006/main">
              <a:ext uri="{FF2B5EF4-FFF2-40B4-BE49-F238E27FC236}">
                <a16:creationId xmlns:a16="http://schemas.microsoft.com/office/drawing/2014/main" id="{D121F95E-1E23-476C-9067-1A7257B33BC3}"/>
              </a:ext>
            </a:extLst>
          </p:cNvPr>
          <p:cNvSpPr>
            <a:spLocks xmlns:a="http://schemas.openxmlformats.org/drawingml/2006/main" noGrp="1"/>
          </p:cNvSpPr>
          <p:nvPr/>
        </p:nvSpPr>
        <p:spPr>
          <a:xfrm xmlns:a="http://schemas.openxmlformats.org/drawingml/2006/main">
            <a:off x="647700" y="55245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42A36"/>
                </a:solidFill>
                <a:latin typeface="Arial"/>
                <a:ea typeface="Arial"/>
                <a:cs typeface="Arial"/>
              </a:defRPr>
            </a:defPPr>
            <a:lvl1pPr>
              <a:defRPr sz="2025" b="0">
                <a:solidFill>
                  <a:srgbClr val="142A36"/>
                </a:solidFill>
                <a:latin typeface="Arial"/>
                <a:ea typeface="Arial"/>
                <a:cs typeface="Arial"/>
              </a:defRPr>
            </a:lvl1pPr>
            <a:lvl2pPr>
              <a:defRPr sz="2025" b="0">
                <a:solidFill>
                  <a:srgbClr val="142A36"/>
                </a:solidFill>
                <a:latin typeface="Arial"/>
                <a:ea typeface="Arial"/>
                <a:cs typeface="Arial"/>
              </a:defRPr>
            </a:lvl2pPr>
            <a:lvl3pPr>
              <a:defRPr sz="2025" b="0">
                <a:solidFill>
                  <a:srgbClr val="142A36"/>
                </a:solidFill>
                <a:latin typeface="Arial"/>
                <a:ea typeface="Arial"/>
                <a:cs typeface="Arial"/>
              </a:defRPr>
            </a:lvl3pPr>
            <a:lvl4pPr>
              <a:defRPr sz="2025" b="0">
                <a:solidFill>
                  <a:srgbClr val="142A36"/>
                </a:solidFill>
                <a:latin typeface="Arial"/>
                <a:ea typeface="Arial"/>
                <a:cs typeface="Arial"/>
              </a:defRPr>
            </a:lvl4pPr>
            <a:lvl5pPr>
              <a:defRPr sz="2025" b="0">
                <a:solidFill>
                  <a:srgbClr val="142A36"/>
                </a:solidFill>
                <a:latin typeface="Arial"/>
                <a:ea typeface="Arial"/>
                <a:cs typeface="Arial"/>
              </a:defRPr>
            </a:lvl5pPr>
            <a:lvl6pPr>
              <a:defRPr sz="2025" b="0">
                <a:solidFill>
                  <a:srgbClr val="142A36"/>
                </a:solidFill>
                <a:latin typeface="Arial"/>
                <a:ea typeface="Arial"/>
                <a:cs typeface="Arial"/>
              </a:defRPr>
            </a:lvl6pPr>
            <a:lvl7pPr>
              <a:defRPr sz="2025" b="0">
                <a:solidFill>
                  <a:srgbClr val="142A36"/>
                </a:solidFill>
                <a:latin typeface="Arial"/>
                <a:ea typeface="Arial"/>
                <a:cs typeface="Arial"/>
              </a:defRPr>
            </a:lvl7pPr>
            <a:lvl8pPr>
              <a:defRPr sz="2025" b="0">
                <a:solidFill>
                  <a:srgbClr val="142A36"/>
                </a:solidFill>
                <a:latin typeface="Arial"/>
                <a:ea typeface="Arial"/>
                <a:cs typeface="Arial"/>
              </a:defRPr>
            </a:lvl8pPr>
            <a:lvl9pPr>
              <a:defRPr sz="2025" b="0">
                <a:solidFill>
                  <a:srgbClr val="142A36"/>
                </a:solidFill>
                <a:latin typeface="Arial"/>
                <a:ea typeface="Arial"/>
                <a:cs typeface="Arial"/>
              </a:defRPr>
            </a:lvl9pPr>
          </a:lstStyle>
          <a:p xmlns:a="http://schemas.openxmlformats.org/drawingml/2006/main">
            <a:pPr>
              <a:defRPr sz="2025" b="0">
                <a:solidFill>
                  <a:srgbClr val="142A36"/>
                </a:solidFill>
                <a:latin typeface="Arial"/>
                <a:ea typeface="Arial"/>
                <a:cs typeface="Arial"/>
              </a:defRPr>
            </a:pPr>
            <a:r>
              <a:rPr sz="2025" b="0">
                <a:solidFill>
                  <a:srgbClr val="142A36"/>
                </a:solidFill>
                <a:latin typeface="Arial"/>
                <a:ea typeface="Arial"/>
                <a:cs typeface="Arial"/>
              </a:rPr>
              <a:t>Approve → export → train separately → evaluate → import the new model.</a:t>
            </a:r>
          </a:p>
        </p:txBody>
      </p:sp>
      <p:sp>
        <p:nvSpPr>
          <p:cNvPr id="5" name="The current Learning screen makes the approva">
            <a:extLst xmlns:a="http://schemas.openxmlformats.org/drawingml/2006/main">
              <a:ext uri="{FF2B5EF4-FFF2-40B4-BE49-F238E27FC236}">
                <a16:creationId xmlns:a16="http://schemas.microsoft.com/office/drawing/2014/main" id="{621ECA30-349E-4F5D-9D10-E585BA6B9AD1}"/>
              </a:ext>
            </a:extLst>
          </p:cNvPr>
          <p:cNvSpPr>
            <a:spLocks xmlns:a="http://schemas.openxmlformats.org/drawingml/2006/main" noGrp="1"/>
          </p:cNvSpPr>
          <p:nvPr/>
        </p:nvSpPr>
        <p:spPr>
          <a:xfrm xmlns:a="http://schemas.openxmlformats.org/drawingml/2006/main">
            <a:off x="609600" y="61912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46D"/>
                </a:solidFill>
                <a:latin typeface="Arial"/>
                <a:ea typeface="Arial"/>
                <a:cs typeface="Arial"/>
              </a:defRPr>
            </a:defPPr>
            <a:lvl1pPr>
              <a:defRPr sz="1350" b="0">
                <a:solidFill>
                  <a:srgbClr val="52646D"/>
                </a:solidFill>
                <a:latin typeface="Arial"/>
                <a:ea typeface="Arial"/>
                <a:cs typeface="Arial"/>
              </a:defRPr>
            </a:lvl1pPr>
            <a:lvl2pPr>
              <a:defRPr sz="1350" b="0">
                <a:solidFill>
                  <a:srgbClr val="52646D"/>
                </a:solidFill>
                <a:latin typeface="Arial"/>
                <a:ea typeface="Arial"/>
                <a:cs typeface="Arial"/>
              </a:defRPr>
            </a:lvl2pPr>
            <a:lvl3pPr>
              <a:defRPr sz="1350" b="0">
                <a:solidFill>
                  <a:srgbClr val="52646D"/>
                </a:solidFill>
                <a:latin typeface="Arial"/>
                <a:ea typeface="Arial"/>
                <a:cs typeface="Arial"/>
              </a:defRPr>
            </a:lvl3pPr>
            <a:lvl4pPr>
              <a:defRPr sz="1350" b="0">
                <a:solidFill>
                  <a:srgbClr val="52646D"/>
                </a:solidFill>
                <a:latin typeface="Arial"/>
                <a:ea typeface="Arial"/>
                <a:cs typeface="Arial"/>
              </a:defRPr>
            </a:lvl4pPr>
            <a:lvl5pPr>
              <a:defRPr sz="1350" b="0">
                <a:solidFill>
                  <a:srgbClr val="52646D"/>
                </a:solidFill>
                <a:latin typeface="Arial"/>
                <a:ea typeface="Arial"/>
                <a:cs typeface="Arial"/>
              </a:defRPr>
            </a:lvl5pPr>
            <a:lvl6pPr>
              <a:defRPr sz="1350" b="0">
                <a:solidFill>
                  <a:srgbClr val="52646D"/>
                </a:solidFill>
                <a:latin typeface="Arial"/>
                <a:ea typeface="Arial"/>
                <a:cs typeface="Arial"/>
              </a:defRPr>
            </a:lvl6pPr>
            <a:lvl7pPr>
              <a:defRPr sz="1350" b="0">
                <a:solidFill>
                  <a:srgbClr val="52646D"/>
                </a:solidFill>
                <a:latin typeface="Arial"/>
                <a:ea typeface="Arial"/>
                <a:cs typeface="Arial"/>
              </a:defRPr>
            </a:lvl7pPr>
            <a:lvl8pPr>
              <a:defRPr sz="1350" b="0">
                <a:solidFill>
                  <a:srgbClr val="52646D"/>
                </a:solidFill>
                <a:latin typeface="Arial"/>
                <a:ea typeface="Arial"/>
                <a:cs typeface="Arial"/>
              </a:defRPr>
            </a:lvl8pPr>
            <a:lvl9pPr>
              <a:defRPr sz="1350" b="0">
                <a:solidFill>
                  <a:srgbClr val="52646D"/>
                </a:solidFill>
                <a:latin typeface="Arial"/>
                <a:ea typeface="Arial"/>
                <a:cs typeface="Arial"/>
              </a:defRPr>
            </a:lvl9pPr>
          </a:lstStyle>
          <a:p xmlns:a="http://schemas.openxmlformats.org/drawingml/2006/main">
            <a:pPr>
              <a:defRPr sz="1350" b="0">
                <a:solidFill>
                  <a:srgbClr val="52646D"/>
                </a:solidFill>
                <a:latin typeface="Arial"/>
                <a:ea typeface="Arial"/>
                <a:cs typeface="Arial"/>
              </a:defRPr>
            </a:pPr>
            <a:r>
              <a:rPr sz="1350" b="0">
                <a:solidFill>
                  <a:srgbClr val="52646D"/>
                </a:solidFill>
                <a:latin typeface="Arial"/>
                <a:ea typeface="Arial"/>
                <a:cs typeface="Arial"/>
              </a:rPr>
              <a:t>The current Learning screen makes the approval boundary visible; the example has no approved training rows yet.</a:t>
            </a:r>
          </a:p>
        </p:txBody>
      </p:sp>
      <p:sp>
        <p:nvSpPr>
          <p:cNvPr id="6" name="06">
            <a:extLst xmlns:a="http://schemas.openxmlformats.org/drawingml/2006/main">
              <a:ext uri="{FF2B5EF4-FFF2-40B4-BE49-F238E27FC236}">
                <a16:creationId xmlns:a16="http://schemas.microsoft.com/office/drawing/2014/main" id="{31D4711D-A425-437C-9E5E-04EC3E878551}"/>
              </a:ext>
            </a:extLst>
          </p:cNvPr>
          <p:cNvSpPr>
            <a:spLocks xmlns:a="http://schemas.openxmlformats.org/drawingml/2006/main" noGrp="1"/>
          </p:cNvSpPr>
          <p:nvPr/>
        </p:nvSpPr>
        <p:spPr>
          <a:xfrm xmlns:a="http://schemas.openxmlformats.org/drawingml/2006/main">
            <a:off x="11353800" y="62484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46D"/>
                </a:solidFill>
                <a:latin typeface="Arial"/>
                <a:ea typeface="Arial"/>
                <a:cs typeface="Arial"/>
              </a:defRPr>
            </a:defPPr>
            <a:lvl1pPr>
              <a:defRPr sz="1275" b="0">
                <a:solidFill>
                  <a:srgbClr val="52646D"/>
                </a:solidFill>
                <a:latin typeface="Arial"/>
                <a:ea typeface="Arial"/>
                <a:cs typeface="Arial"/>
              </a:defRPr>
            </a:lvl1pPr>
            <a:lvl2pPr>
              <a:defRPr sz="1275" b="0">
                <a:solidFill>
                  <a:srgbClr val="52646D"/>
                </a:solidFill>
                <a:latin typeface="Arial"/>
                <a:ea typeface="Arial"/>
                <a:cs typeface="Arial"/>
              </a:defRPr>
            </a:lvl2pPr>
            <a:lvl3pPr>
              <a:defRPr sz="1275" b="0">
                <a:solidFill>
                  <a:srgbClr val="52646D"/>
                </a:solidFill>
                <a:latin typeface="Arial"/>
                <a:ea typeface="Arial"/>
                <a:cs typeface="Arial"/>
              </a:defRPr>
            </a:lvl3pPr>
            <a:lvl4pPr>
              <a:defRPr sz="1275" b="0">
                <a:solidFill>
                  <a:srgbClr val="52646D"/>
                </a:solidFill>
                <a:latin typeface="Arial"/>
                <a:ea typeface="Arial"/>
                <a:cs typeface="Arial"/>
              </a:defRPr>
            </a:lvl4pPr>
            <a:lvl5pPr>
              <a:defRPr sz="1275" b="0">
                <a:solidFill>
                  <a:srgbClr val="52646D"/>
                </a:solidFill>
                <a:latin typeface="Arial"/>
                <a:ea typeface="Arial"/>
                <a:cs typeface="Arial"/>
              </a:defRPr>
            </a:lvl5pPr>
            <a:lvl6pPr>
              <a:defRPr sz="1275" b="0">
                <a:solidFill>
                  <a:srgbClr val="52646D"/>
                </a:solidFill>
                <a:latin typeface="Arial"/>
                <a:ea typeface="Arial"/>
                <a:cs typeface="Arial"/>
              </a:defRPr>
            </a:lvl6pPr>
            <a:lvl7pPr>
              <a:defRPr sz="1275" b="0">
                <a:solidFill>
                  <a:srgbClr val="52646D"/>
                </a:solidFill>
                <a:latin typeface="Arial"/>
                <a:ea typeface="Arial"/>
                <a:cs typeface="Arial"/>
              </a:defRPr>
            </a:lvl7pPr>
            <a:lvl8pPr>
              <a:defRPr sz="1275" b="0">
                <a:solidFill>
                  <a:srgbClr val="52646D"/>
                </a:solidFill>
                <a:latin typeface="Arial"/>
                <a:ea typeface="Arial"/>
                <a:cs typeface="Arial"/>
              </a:defRPr>
            </a:lvl8pPr>
            <a:lvl9pPr>
              <a:defRPr sz="1275" b="0">
                <a:solidFill>
                  <a:srgbClr val="52646D"/>
                </a:solidFill>
                <a:latin typeface="Arial"/>
                <a:ea typeface="Arial"/>
                <a:cs typeface="Arial"/>
              </a:defRPr>
            </a:lvl9pPr>
          </a:lstStyle>
          <a:p xmlns:a="http://schemas.openxmlformats.org/drawingml/2006/main">
            <a:pPr>
              <a:defRPr sz="1275" b="0">
                <a:solidFill>
                  <a:srgbClr val="52646D"/>
                </a:solidFill>
                <a:latin typeface="Arial"/>
                <a:ea typeface="Arial"/>
                <a:cs typeface="Arial"/>
              </a:defRPr>
            </a:pPr>
            <a:r>
              <a:rPr sz="1275" b="0">
                <a:solidFill>
                  <a:srgbClr val="52646D"/>
                </a:solidFill>
                <a:latin typeface="Arial"/>
                <a:ea typeface="Arial"/>
                <a:cs typeface="Arial"/>
              </a:rPr>
              <a:t>06</a:t>
            </a:r>
          </a:p>
        </p:txBody>
      </p:sp>
    </p:spTree>
    <p:extLst>
      <p:ext uri="{BB962C8B-B14F-4D97-AF65-F5344CB8AC3E}">
        <p14:creationId xmlns:p14="http://schemas.microsoft.com/office/powerpoint/2010/main" val="756087965"/>
      </p:ext>
    </p:extLst>
  </p:cSld>
</p:sld>
</file>

<file path=ppt/slides/slide7.xml><?xml version="1.0" encoding="utf-8"?>
<p:sld xmlns:p="http://schemas.openxmlformats.org/presentationml/2006/main">
  <p:cSld>
    <p:bg>
      <p:bgPr>
        <a:solidFill xmlns:a="http://schemas.openxmlformats.org/drawingml/2006/main">
          <a:srgbClr val="10242F"/>
        </a:solidFill>
      </p:bgPr>
    </p:bg>
    <p:spTree>
      <p:nvGrpSpPr>
        <p:cNvPr id="1" name=""/>
        <p:cNvGrpSpPr/>
        <p:nvPr/>
      </p:nvGrpSpPr>
      <p:grpSpPr>
        <a:xfrm xmlns:a="http://schemas.openxmlformats.org/drawingml/2006/main"/>
      </p:grpSpPr>
      <p:sp>
        <p:nvSpPr>
          <p:cNvPr id="13" name="Software verified; field validation next">
            <a:extLst xmlns:a="http://schemas.openxmlformats.org/drawingml/2006/main">
              <a:ext uri="{FF2B5EF4-FFF2-40B4-BE49-F238E27FC236}">
                <a16:creationId xmlns:a16="http://schemas.microsoft.com/office/drawing/2014/main" id="{5733A465-9B44-43C2-AD27-1676E54E1E50}"/>
              </a:ext>
            </a:extLst>
          </p:cNvPr>
          <p:cNvSpPr>
            <a:spLocks xmlns:a="http://schemas.openxmlformats.org/drawingml/2006/main" noGrp="1"/>
          </p:cNvSpPr>
          <p:nvPr/>
        </p:nvSpPr>
        <p:spPr>
          <a:xfrm xmlns:a="http://schemas.openxmlformats.org/drawingml/2006/main">
            <a:off x="609600" y="4191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Software verified; field validation next</a:t>
            </a:r>
          </a:p>
        </p:txBody>
      </p:sp>
      <p:sp>
        <p:nvSpPr>
          <p:cNvPr id="2" name="221">
            <a:extLst xmlns:a="http://schemas.openxmlformats.org/drawingml/2006/main">
              <a:ext uri="{FF2B5EF4-FFF2-40B4-BE49-F238E27FC236}">
                <a16:creationId xmlns:a16="http://schemas.microsoft.com/office/drawing/2014/main" id="{7DCD5360-FDB2-4044-B399-D042B4169C64}"/>
              </a:ext>
            </a:extLst>
          </p:cNvPr>
          <p:cNvSpPr>
            <a:spLocks xmlns:a="http://schemas.openxmlformats.org/drawingml/2006/main" noGrp="1"/>
          </p:cNvSpPr>
          <p:nvPr/>
        </p:nvSpPr>
        <p:spPr>
          <a:xfrm xmlns:a="http://schemas.openxmlformats.org/drawingml/2006/main">
            <a:off x="647700" y="1714500"/>
            <a:ext cx="323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375" b="1">
                <a:solidFill>
                  <a:srgbClr val="D9F56B"/>
                </a:solidFill>
                <a:latin typeface="Arial"/>
                <a:ea typeface="Arial"/>
                <a:cs typeface="Arial"/>
              </a:defRPr>
            </a:defPPr>
            <a:lvl1pPr>
              <a:defRPr sz="6375" b="1">
                <a:solidFill>
                  <a:srgbClr val="D9F56B"/>
                </a:solidFill>
                <a:latin typeface="Arial"/>
                <a:ea typeface="Arial"/>
                <a:cs typeface="Arial"/>
              </a:defRPr>
            </a:lvl1pPr>
            <a:lvl2pPr>
              <a:defRPr sz="6375" b="1">
                <a:solidFill>
                  <a:srgbClr val="D9F56B"/>
                </a:solidFill>
                <a:latin typeface="Arial"/>
                <a:ea typeface="Arial"/>
                <a:cs typeface="Arial"/>
              </a:defRPr>
            </a:lvl2pPr>
            <a:lvl3pPr>
              <a:defRPr sz="6375" b="1">
                <a:solidFill>
                  <a:srgbClr val="D9F56B"/>
                </a:solidFill>
                <a:latin typeface="Arial"/>
                <a:ea typeface="Arial"/>
                <a:cs typeface="Arial"/>
              </a:defRPr>
            </a:lvl3pPr>
            <a:lvl4pPr>
              <a:defRPr sz="6375" b="1">
                <a:solidFill>
                  <a:srgbClr val="D9F56B"/>
                </a:solidFill>
                <a:latin typeface="Arial"/>
                <a:ea typeface="Arial"/>
                <a:cs typeface="Arial"/>
              </a:defRPr>
            </a:lvl4pPr>
            <a:lvl5pPr>
              <a:defRPr sz="6375" b="1">
                <a:solidFill>
                  <a:srgbClr val="D9F56B"/>
                </a:solidFill>
                <a:latin typeface="Arial"/>
                <a:ea typeface="Arial"/>
                <a:cs typeface="Arial"/>
              </a:defRPr>
            </a:lvl5pPr>
            <a:lvl6pPr>
              <a:defRPr sz="6375" b="1">
                <a:solidFill>
                  <a:srgbClr val="D9F56B"/>
                </a:solidFill>
                <a:latin typeface="Arial"/>
                <a:ea typeface="Arial"/>
                <a:cs typeface="Arial"/>
              </a:defRPr>
            </a:lvl6pPr>
            <a:lvl7pPr>
              <a:defRPr sz="6375" b="1">
                <a:solidFill>
                  <a:srgbClr val="D9F56B"/>
                </a:solidFill>
                <a:latin typeface="Arial"/>
                <a:ea typeface="Arial"/>
                <a:cs typeface="Arial"/>
              </a:defRPr>
            </a:lvl7pPr>
            <a:lvl8pPr>
              <a:defRPr sz="6375" b="1">
                <a:solidFill>
                  <a:srgbClr val="D9F56B"/>
                </a:solidFill>
                <a:latin typeface="Arial"/>
                <a:ea typeface="Arial"/>
                <a:cs typeface="Arial"/>
              </a:defRPr>
            </a:lvl8pPr>
            <a:lvl9pPr>
              <a:defRPr sz="6375" b="1">
                <a:solidFill>
                  <a:srgbClr val="D9F56B"/>
                </a:solidFill>
                <a:latin typeface="Arial"/>
                <a:ea typeface="Arial"/>
                <a:cs typeface="Arial"/>
              </a:defRPr>
            </a:lvl9pPr>
          </a:lstStyle>
          <a:p xmlns:a="http://schemas.openxmlformats.org/drawingml/2006/main">
            <a:pPr>
              <a:defRPr sz="6375" b="1">
                <a:solidFill>
                  <a:srgbClr val="D9F56B"/>
                </a:solidFill>
                <a:latin typeface="Arial"/>
                <a:ea typeface="Arial"/>
                <a:cs typeface="Arial"/>
              </a:defRPr>
            </a:pPr>
            <a:r>
              <a:rPr sz="6375" b="1">
                <a:solidFill>
                  <a:srgbClr val="D9F56B"/>
                </a:solidFill>
                <a:latin typeface="Arial"/>
                <a:ea typeface="Arial"/>
                <a:cs typeface="Arial"/>
              </a:rPr>
              <a:t>221</a:t>
            </a:r>
          </a:p>
        </p:txBody>
      </p:sp>
      <p:sp>
        <p:nvSpPr>
          <p:cNvPr id="3" name="backend tests">
            <a:extLst xmlns:a="http://schemas.openxmlformats.org/drawingml/2006/main">
              <a:ext uri="{FF2B5EF4-FFF2-40B4-BE49-F238E27FC236}">
                <a16:creationId xmlns:a16="http://schemas.microsoft.com/office/drawing/2014/main" id="{02DAD7C1-0407-4F27-A4A4-2AA19794DB29}"/>
              </a:ext>
            </a:extLst>
          </p:cNvPr>
          <p:cNvSpPr>
            <a:spLocks xmlns:a="http://schemas.openxmlformats.org/drawingml/2006/main" noGrp="1"/>
          </p:cNvSpPr>
          <p:nvPr/>
        </p:nvSpPr>
        <p:spPr>
          <a:xfrm xmlns:a="http://schemas.openxmlformats.org/drawingml/2006/main">
            <a:off x="647700" y="2857500"/>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backend tests</a:t>
            </a:r>
          </a:p>
        </p:txBody>
      </p:sp>
      <p:sp>
        <p:nvSpPr>
          <p:cNvPr id="4" name="24">
            <a:extLst xmlns:a="http://schemas.openxmlformats.org/drawingml/2006/main">
              <a:ext uri="{FF2B5EF4-FFF2-40B4-BE49-F238E27FC236}">
                <a16:creationId xmlns:a16="http://schemas.microsoft.com/office/drawing/2014/main" id="{76B74DE5-5234-4845-94A2-A3B01EE229C5}"/>
              </a:ext>
            </a:extLst>
          </p:cNvPr>
          <p:cNvSpPr>
            <a:spLocks xmlns:a="http://schemas.openxmlformats.org/drawingml/2006/main" noGrp="1"/>
          </p:cNvSpPr>
          <p:nvPr/>
        </p:nvSpPr>
        <p:spPr>
          <a:xfrm xmlns:a="http://schemas.openxmlformats.org/drawingml/2006/main">
            <a:off x="4429125" y="1714500"/>
            <a:ext cx="323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375" b="1">
                <a:solidFill>
                  <a:srgbClr val="D9F56B"/>
                </a:solidFill>
                <a:latin typeface="Arial"/>
                <a:ea typeface="Arial"/>
                <a:cs typeface="Arial"/>
              </a:defRPr>
            </a:defPPr>
            <a:lvl1pPr>
              <a:defRPr sz="6375" b="1">
                <a:solidFill>
                  <a:srgbClr val="D9F56B"/>
                </a:solidFill>
                <a:latin typeface="Arial"/>
                <a:ea typeface="Arial"/>
                <a:cs typeface="Arial"/>
              </a:defRPr>
            </a:lvl1pPr>
            <a:lvl2pPr>
              <a:defRPr sz="6375" b="1">
                <a:solidFill>
                  <a:srgbClr val="D9F56B"/>
                </a:solidFill>
                <a:latin typeface="Arial"/>
                <a:ea typeface="Arial"/>
                <a:cs typeface="Arial"/>
              </a:defRPr>
            </a:lvl2pPr>
            <a:lvl3pPr>
              <a:defRPr sz="6375" b="1">
                <a:solidFill>
                  <a:srgbClr val="D9F56B"/>
                </a:solidFill>
                <a:latin typeface="Arial"/>
                <a:ea typeface="Arial"/>
                <a:cs typeface="Arial"/>
              </a:defRPr>
            </a:lvl3pPr>
            <a:lvl4pPr>
              <a:defRPr sz="6375" b="1">
                <a:solidFill>
                  <a:srgbClr val="D9F56B"/>
                </a:solidFill>
                <a:latin typeface="Arial"/>
                <a:ea typeface="Arial"/>
                <a:cs typeface="Arial"/>
              </a:defRPr>
            </a:lvl4pPr>
            <a:lvl5pPr>
              <a:defRPr sz="6375" b="1">
                <a:solidFill>
                  <a:srgbClr val="D9F56B"/>
                </a:solidFill>
                <a:latin typeface="Arial"/>
                <a:ea typeface="Arial"/>
                <a:cs typeface="Arial"/>
              </a:defRPr>
            </a:lvl5pPr>
            <a:lvl6pPr>
              <a:defRPr sz="6375" b="1">
                <a:solidFill>
                  <a:srgbClr val="D9F56B"/>
                </a:solidFill>
                <a:latin typeface="Arial"/>
                <a:ea typeface="Arial"/>
                <a:cs typeface="Arial"/>
              </a:defRPr>
            </a:lvl6pPr>
            <a:lvl7pPr>
              <a:defRPr sz="6375" b="1">
                <a:solidFill>
                  <a:srgbClr val="D9F56B"/>
                </a:solidFill>
                <a:latin typeface="Arial"/>
                <a:ea typeface="Arial"/>
                <a:cs typeface="Arial"/>
              </a:defRPr>
            </a:lvl7pPr>
            <a:lvl8pPr>
              <a:defRPr sz="6375" b="1">
                <a:solidFill>
                  <a:srgbClr val="D9F56B"/>
                </a:solidFill>
                <a:latin typeface="Arial"/>
                <a:ea typeface="Arial"/>
                <a:cs typeface="Arial"/>
              </a:defRPr>
            </a:lvl8pPr>
            <a:lvl9pPr>
              <a:defRPr sz="6375" b="1">
                <a:solidFill>
                  <a:srgbClr val="D9F56B"/>
                </a:solidFill>
                <a:latin typeface="Arial"/>
                <a:ea typeface="Arial"/>
                <a:cs typeface="Arial"/>
              </a:defRPr>
            </a:lvl9pPr>
          </a:lstStyle>
          <a:p xmlns:a="http://schemas.openxmlformats.org/drawingml/2006/main">
            <a:pPr>
              <a:defRPr sz="6375" b="1">
                <a:solidFill>
                  <a:srgbClr val="D9F56B"/>
                </a:solidFill>
                <a:latin typeface="Arial"/>
                <a:ea typeface="Arial"/>
                <a:cs typeface="Arial"/>
              </a:defRPr>
            </a:pPr>
            <a:r>
              <a:rPr sz="6375" b="1">
                <a:solidFill>
                  <a:srgbClr val="D9F56B"/>
                </a:solidFill>
                <a:latin typeface="Arial"/>
                <a:ea typeface="Arial"/>
                <a:cs typeface="Arial"/>
              </a:rPr>
              <a:t>24</a:t>
            </a:r>
          </a:p>
        </p:txBody>
      </p:sp>
      <p:sp>
        <p:nvSpPr>
          <p:cNvPr id="5" name="frontend tests">
            <a:extLst xmlns:a="http://schemas.openxmlformats.org/drawingml/2006/main">
              <a:ext uri="{FF2B5EF4-FFF2-40B4-BE49-F238E27FC236}">
                <a16:creationId xmlns:a16="http://schemas.microsoft.com/office/drawing/2014/main" id="{15B104E6-16B9-4D14-8A43-F34921C3E512}"/>
              </a:ext>
            </a:extLst>
          </p:cNvPr>
          <p:cNvSpPr>
            <a:spLocks xmlns:a="http://schemas.openxmlformats.org/drawingml/2006/main" noGrp="1"/>
          </p:cNvSpPr>
          <p:nvPr/>
        </p:nvSpPr>
        <p:spPr>
          <a:xfrm xmlns:a="http://schemas.openxmlformats.org/drawingml/2006/main">
            <a:off x="4429125" y="2857500"/>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frontend tests</a:t>
            </a:r>
          </a:p>
        </p:txBody>
      </p:sp>
      <p:sp>
        <p:nvSpPr>
          <p:cNvPr id="6" name="67">
            <a:extLst xmlns:a="http://schemas.openxmlformats.org/drawingml/2006/main">
              <a:ext uri="{FF2B5EF4-FFF2-40B4-BE49-F238E27FC236}">
                <a16:creationId xmlns:a16="http://schemas.microsoft.com/office/drawing/2014/main" id="{A8BE6069-BA9C-4ABA-A0E1-00221923A12E}"/>
              </a:ext>
            </a:extLst>
          </p:cNvPr>
          <p:cNvSpPr>
            <a:spLocks xmlns:a="http://schemas.openxmlformats.org/drawingml/2006/main" noGrp="1"/>
          </p:cNvSpPr>
          <p:nvPr/>
        </p:nvSpPr>
        <p:spPr>
          <a:xfrm xmlns:a="http://schemas.openxmlformats.org/drawingml/2006/main">
            <a:off x="8191500" y="1714500"/>
            <a:ext cx="323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375" b="1">
                <a:solidFill>
                  <a:srgbClr val="D9F56B"/>
                </a:solidFill>
                <a:latin typeface="Arial"/>
                <a:ea typeface="Arial"/>
                <a:cs typeface="Arial"/>
              </a:defRPr>
            </a:defPPr>
            <a:lvl1pPr>
              <a:defRPr sz="6375" b="1">
                <a:solidFill>
                  <a:srgbClr val="D9F56B"/>
                </a:solidFill>
                <a:latin typeface="Arial"/>
                <a:ea typeface="Arial"/>
                <a:cs typeface="Arial"/>
              </a:defRPr>
            </a:lvl1pPr>
            <a:lvl2pPr>
              <a:defRPr sz="6375" b="1">
                <a:solidFill>
                  <a:srgbClr val="D9F56B"/>
                </a:solidFill>
                <a:latin typeface="Arial"/>
                <a:ea typeface="Arial"/>
                <a:cs typeface="Arial"/>
              </a:defRPr>
            </a:lvl2pPr>
            <a:lvl3pPr>
              <a:defRPr sz="6375" b="1">
                <a:solidFill>
                  <a:srgbClr val="D9F56B"/>
                </a:solidFill>
                <a:latin typeface="Arial"/>
                <a:ea typeface="Arial"/>
                <a:cs typeface="Arial"/>
              </a:defRPr>
            </a:lvl3pPr>
            <a:lvl4pPr>
              <a:defRPr sz="6375" b="1">
                <a:solidFill>
                  <a:srgbClr val="D9F56B"/>
                </a:solidFill>
                <a:latin typeface="Arial"/>
                <a:ea typeface="Arial"/>
                <a:cs typeface="Arial"/>
              </a:defRPr>
            </a:lvl4pPr>
            <a:lvl5pPr>
              <a:defRPr sz="6375" b="1">
                <a:solidFill>
                  <a:srgbClr val="D9F56B"/>
                </a:solidFill>
                <a:latin typeface="Arial"/>
                <a:ea typeface="Arial"/>
                <a:cs typeface="Arial"/>
              </a:defRPr>
            </a:lvl5pPr>
            <a:lvl6pPr>
              <a:defRPr sz="6375" b="1">
                <a:solidFill>
                  <a:srgbClr val="D9F56B"/>
                </a:solidFill>
                <a:latin typeface="Arial"/>
                <a:ea typeface="Arial"/>
                <a:cs typeface="Arial"/>
              </a:defRPr>
            </a:lvl6pPr>
            <a:lvl7pPr>
              <a:defRPr sz="6375" b="1">
                <a:solidFill>
                  <a:srgbClr val="D9F56B"/>
                </a:solidFill>
                <a:latin typeface="Arial"/>
                <a:ea typeface="Arial"/>
                <a:cs typeface="Arial"/>
              </a:defRPr>
            </a:lvl7pPr>
            <a:lvl8pPr>
              <a:defRPr sz="6375" b="1">
                <a:solidFill>
                  <a:srgbClr val="D9F56B"/>
                </a:solidFill>
                <a:latin typeface="Arial"/>
                <a:ea typeface="Arial"/>
                <a:cs typeface="Arial"/>
              </a:defRPr>
            </a:lvl8pPr>
            <a:lvl9pPr>
              <a:defRPr sz="6375" b="1">
                <a:solidFill>
                  <a:srgbClr val="D9F56B"/>
                </a:solidFill>
                <a:latin typeface="Arial"/>
                <a:ea typeface="Arial"/>
                <a:cs typeface="Arial"/>
              </a:defRPr>
            </a:lvl9pPr>
          </a:lstStyle>
          <a:p xmlns:a="http://schemas.openxmlformats.org/drawingml/2006/main">
            <a:pPr>
              <a:defRPr sz="6375" b="1">
                <a:solidFill>
                  <a:srgbClr val="D9F56B"/>
                </a:solidFill>
                <a:latin typeface="Arial"/>
                <a:ea typeface="Arial"/>
                <a:cs typeface="Arial"/>
              </a:defRPr>
            </a:pPr>
            <a:r>
              <a:rPr sz="6375" b="1">
                <a:solidFill>
                  <a:srgbClr val="D9F56B"/>
                </a:solidFill>
                <a:latin typeface="Arial"/>
                <a:ea typeface="Arial"/>
                <a:cs typeface="Arial"/>
              </a:rPr>
              <a:t>67</a:t>
            </a:r>
          </a:p>
        </p:txBody>
      </p:sp>
      <p:sp>
        <p:nvSpPr>
          <p:cNvPr id="7" name="browser checks">
            <a:extLst xmlns:a="http://schemas.openxmlformats.org/drawingml/2006/main">
              <a:ext uri="{FF2B5EF4-FFF2-40B4-BE49-F238E27FC236}">
                <a16:creationId xmlns:a16="http://schemas.microsoft.com/office/drawing/2014/main" id="{BF2A7BD8-17E3-45D5-AFCE-25F150F31ABC}"/>
              </a:ext>
            </a:extLst>
          </p:cNvPr>
          <p:cNvSpPr>
            <a:spLocks xmlns:a="http://schemas.openxmlformats.org/drawingml/2006/main" noGrp="1"/>
          </p:cNvSpPr>
          <p:nvPr/>
        </p:nvSpPr>
        <p:spPr>
          <a:xfrm xmlns:a="http://schemas.openxmlformats.org/drawingml/2006/main">
            <a:off x="8191500" y="2857500"/>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browser checks</a:t>
            </a:r>
          </a:p>
        </p:txBody>
      </p:sp>
      <p:sp>
        <p:nvSpPr>
          <p:cNvPr id="8" name="These checks verify software behaviour, not d">
            <a:extLst xmlns:a="http://schemas.openxmlformats.org/drawingml/2006/main">
              <a:ext uri="{FF2B5EF4-FFF2-40B4-BE49-F238E27FC236}">
                <a16:creationId xmlns:a16="http://schemas.microsoft.com/office/drawing/2014/main" id="{AC293DFF-7132-4154-9CA7-9636C43ACFB7}"/>
              </a:ext>
            </a:extLst>
          </p:cNvPr>
          <p:cNvSpPr>
            <a:spLocks xmlns:a="http://schemas.openxmlformats.org/drawingml/2006/main" noGrp="1"/>
          </p:cNvSpPr>
          <p:nvPr/>
        </p:nvSpPr>
        <p:spPr>
          <a:xfrm xmlns:a="http://schemas.openxmlformats.org/drawingml/2006/main">
            <a:off x="647700" y="3714750"/>
            <a:ext cx="10715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These checks verify software behaviour, not detection accuracy.</a:t>
            </a:r>
          </a:p>
        </p:txBody>
      </p:sp>
      <p:sp>
        <p:nvSpPr>
          <p:cNvPr id="9" name="Next evidence">
            <a:extLst xmlns:a="http://schemas.openxmlformats.org/drawingml/2006/main">
              <a:ext uri="{FF2B5EF4-FFF2-40B4-BE49-F238E27FC236}">
                <a16:creationId xmlns:a16="http://schemas.microsoft.com/office/drawing/2014/main" id="{91687276-F55E-4998-850F-F341CAA39E86}"/>
              </a:ext>
            </a:extLst>
          </p:cNvPr>
          <p:cNvSpPr>
            <a:spLocks xmlns:a="http://schemas.openxmlformats.org/drawingml/2006/main" noGrp="1"/>
          </p:cNvSpPr>
          <p:nvPr/>
        </p:nvSpPr>
        <p:spPr>
          <a:xfrm xmlns:a="http://schemas.openxmlformats.org/drawingml/2006/main">
            <a:off x="647700" y="4543425"/>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D9F56B"/>
                </a:solidFill>
                <a:latin typeface="Arial"/>
                <a:ea typeface="Arial"/>
                <a:cs typeface="Arial"/>
              </a:defRPr>
            </a:defPPr>
            <a:lvl1pPr>
              <a:defRPr sz="2250" b="1">
                <a:solidFill>
                  <a:srgbClr val="D9F56B"/>
                </a:solidFill>
                <a:latin typeface="Arial"/>
                <a:ea typeface="Arial"/>
                <a:cs typeface="Arial"/>
              </a:defRPr>
            </a:lvl1pPr>
            <a:lvl2pPr>
              <a:defRPr sz="2250" b="1">
                <a:solidFill>
                  <a:srgbClr val="D9F56B"/>
                </a:solidFill>
                <a:latin typeface="Arial"/>
                <a:ea typeface="Arial"/>
                <a:cs typeface="Arial"/>
              </a:defRPr>
            </a:lvl2pPr>
            <a:lvl3pPr>
              <a:defRPr sz="2250" b="1">
                <a:solidFill>
                  <a:srgbClr val="D9F56B"/>
                </a:solidFill>
                <a:latin typeface="Arial"/>
                <a:ea typeface="Arial"/>
                <a:cs typeface="Arial"/>
              </a:defRPr>
            </a:lvl3pPr>
            <a:lvl4pPr>
              <a:defRPr sz="2250" b="1">
                <a:solidFill>
                  <a:srgbClr val="D9F56B"/>
                </a:solidFill>
                <a:latin typeface="Arial"/>
                <a:ea typeface="Arial"/>
                <a:cs typeface="Arial"/>
              </a:defRPr>
            </a:lvl4pPr>
            <a:lvl5pPr>
              <a:defRPr sz="2250" b="1">
                <a:solidFill>
                  <a:srgbClr val="D9F56B"/>
                </a:solidFill>
                <a:latin typeface="Arial"/>
                <a:ea typeface="Arial"/>
                <a:cs typeface="Arial"/>
              </a:defRPr>
            </a:lvl5pPr>
            <a:lvl6pPr>
              <a:defRPr sz="2250" b="1">
                <a:solidFill>
                  <a:srgbClr val="D9F56B"/>
                </a:solidFill>
                <a:latin typeface="Arial"/>
                <a:ea typeface="Arial"/>
                <a:cs typeface="Arial"/>
              </a:defRPr>
            </a:lvl6pPr>
            <a:lvl7pPr>
              <a:defRPr sz="2250" b="1">
                <a:solidFill>
                  <a:srgbClr val="D9F56B"/>
                </a:solidFill>
                <a:latin typeface="Arial"/>
                <a:ea typeface="Arial"/>
                <a:cs typeface="Arial"/>
              </a:defRPr>
            </a:lvl7pPr>
            <a:lvl8pPr>
              <a:defRPr sz="2250" b="1">
                <a:solidFill>
                  <a:srgbClr val="D9F56B"/>
                </a:solidFill>
                <a:latin typeface="Arial"/>
                <a:ea typeface="Arial"/>
                <a:cs typeface="Arial"/>
              </a:defRPr>
            </a:lvl8pPr>
            <a:lvl9pPr>
              <a:defRPr sz="2250" b="1">
                <a:solidFill>
                  <a:srgbClr val="D9F56B"/>
                </a:solidFill>
                <a:latin typeface="Arial"/>
                <a:ea typeface="Arial"/>
                <a:cs typeface="Arial"/>
              </a:defRPr>
            </a:lvl9pPr>
          </a:lstStyle>
          <a:p xmlns:a="http://schemas.openxmlformats.org/drawingml/2006/main">
            <a:pPr>
              <a:defRPr sz="2250" b="1">
                <a:solidFill>
                  <a:srgbClr val="D9F56B"/>
                </a:solidFill>
                <a:latin typeface="Arial"/>
                <a:ea typeface="Arial"/>
                <a:cs typeface="Arial"/>
              </a:defRPr>
            </a:pPr>
            <a:r>
              <a:rPr sz="2250" b="1">
                <a:solidFill>
                  <a:srgbClr val="D9F56B"/>
                </a:solidFill>
                <a:latin typeface="Arial"/>
                <a:ea typeface="Arial"/>
                <a:cs typeface="Arial"/>
              </a:rPr>
              <a:t>Next evidence</a:t>
            </a:r>
          </a:p>
        </p:txBody>
      </p:sp>
      <p:sp>
        <p:nvSpPr>
          <p:cNvPr id="10" name="Labeled Saudi road images · real repeat-damag">
            <a:extLst xmlns:a="http://schemas.openxmlformats.org/drawingml/2006/main">
              <a:ext uri="{FF2B5EF4-FFF2-40B4-BE49-F238E27FC236}">
                <a16:creationId xmlns:a16="http://schemas.microsoft.com/office/drawing/2014/main" id="{7ED34902-173D-46BF-8FA6-630E5E79AF1C}"/>
              </a:ext>
            </a:extLst>
          </p:cNvPr>
          <p:cNvSpPr>
            <a:spLocks xmlns:a="http://schemas.openxmlformats.org/drawingml/2006/main" noGrp="1"/>
          </p:cNvSpPr>
          <p:nvPr/>
        </p:nvSpPr>
        <p:spPr>
          <a:xfrm xmlns:a="http://schemas.openxmlformats.org/drawingml/2006/main">
            <a:off x="647700" y="509587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Labeled Saudi road images · real repeat-damage pairs</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Repaired data splits · representative camera latency</a:t>
            </a:r>
          </a:p>
        </p:txBody>
      </p:sp>
      <p:sp>
        <p:nvSpPr>
          <p:cNvPr id="11" name="Local Docker release and setup guide ready · ">
            <a:extLst xmlns:a="http://schemas.openxmlformats.org/drawingml/2006/main">
              <a:ext uri="{FF2B5EF4-FFF2-40B4-BE49-F238E27FC236}">
                <a16:creationId xmlns:a16="http://schemas.microsoft.com/office/drawing/2014/main" id="{BBF37038-4CE2-4C6A-BC3B-A3033A91EBC6}"/>
              </a:ext>
            </a:extLst>
          </p:cNvPr>
          <p:cNvSpPr>
            <a:spLocks xmlns:a="http://schemas.openxmlformats.org/drawingml/2006/main" noGrp="1"/>
          </p:cNvSpPr>
          <p:nvPr/>
        </p:nvSpPr>
        <p:spPr>
          <a:xfrm xmlns:a="http://schemas.openxmlformats.org/drawingml/2006/main">
            <a:off x="609600" y="61912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DD0D9"/>
                </a:solidFill>
                <a:latin typeface="Arial"/>
                <a:ea typeface="Arial"/>
                <a:cs typeface="Arial"/>
              </a:defRPr>
            </a:defPPr>
            <a:lvl1pPr>
              <a:defRPr sz="1350" b="0">
                <a:solidFill>
                  <a:srgbClr val="BDD0D9"/>
                </a:solidFill>
                <a:latin typeface="Arial"/>
                <a:ea typeface="Arial"/>
                <a:cs typeface="Arial"/>
              </a:defRPr>
            </a:lvl1pPr>
            <a:lvl2pPr>
              <a:defRPr sz="1350" b="0">
                <a:solidFill>
                  <a:srgbClr val="BDD0D9"/>
                </a:solidFill>
                <a:latin typeface="Arial"/>
                <a:ea typeface="Arial"/>
                <a:cs typeface="Arial"/>
              </a:defRPr>
            </a:lvl2pPr>
            <a:lvl3pPr>
              <a:defRPr sz="1350" b="0">
                <a:solidFill>
                  <a:srgbClr val="BDD0D9"/>
                </a:solidFill>
                <a:latin typeface="Arial"/>
                <a:ea typeface="Arial"/>
                <a:cs typeface="Arial"/>
              </a:defRPr>
            </a:lvl3pPr>
            <a:lvl4pPr>
              <a:defRPr sz="1350" b="0">
                <a:solidFill>
                  <a:srgbClr val="BDD0D9"/>
                </a:solidFill>
                <a:latin typeface="Arial"/>
                <a:ea typeface="Arial"/>
                <a:cs typeface="Arial"/>
              </a:defRPr>
            </a:lvl4pPr>
            <a:lvl5pPr>
              <a:defRPr sz="1350" b="0">
                <a:solidFill>
                  <a:srgbClr val="BDD0D9"/>
                </a:solidFill>
                <a:latin typeface="Arial"/>
                <a:ea typeface="Arial"/>
                <a:cs typeface="Arial"/>
              </a:defRPr>
            </a:lvl5pPr>
            <a:lvl6pPr>
              <a:defRPr sz="1350" b="0">
                <a:solidFill>
                  <a:srgbClr val="BDD0D9"/>
                </a:solidFill>
                <a:latin typeface="Arial"/>
                <a:ea typeface="Arial"/>
                <a:cs typeface="Arial"/>
              </a:defRPr>
            </a:lvl6pPr>
            <a:lvl7pPr>
              <a:defRPr sz="1350" b="0">
                <a:solidFill>
                  <a:srgbClr val="BDD0D9"/>
                </a:solidFill>
                <a:latin typeface="Arial"/>
                <a:ea typeface="Arial"/>
                <a:cs typeface="Arial"/>
              </a:defRPr>
            </a:lvl7pPr>
            <a:lvl8pPr>
              <a:defRPr sz="1350" b="0">
                <a:solidFill>
                  <a:srgbClr val="BDD0D9"/>
                </a:solidFill>
                <a:latin typeface="Arial"/>
                <a:ea typeface="Arial"/>
                <a:cs typeface="Arial"/>
              </a:defRPr>
            </a:lvl8pPr>
            <a:lvl9pPr>
              <a:defRPr sz="1350" b="0">
                <a:solidFill>
                  <a:srgbClr val="BDD0D9"/>
                </a:solidFill>
                <a:latin typeface="Arial"/>
                <a:ea typeface="Arial"/>
                <a:cs typeface="Arial"/>
              </a:defRPr>
            </a:lvl9pPr>
          </a:lstStyle>
          <a:p xmlns:a="http://schemas.openxmlformats.org/drawingml/2006/main">
            <a:pPr>
              <a:defRPr sz="1350" b="0">
                <a:solidFill>
                  <a:srgbClr val="BDD0D9"/>
                </a:solidFill>
                <a:latin typeface="Arial"/>
                <a:ea typeface="Arial"/>
                <a:cs typeface="Arial"/>
              </a:defRPr>
            </a:pPr>
            <a:r>
              <a:rPr sz="1350" b="0">
                <a:solidFill>
                  <a:srgbClr val="BDD0D9"/>
                </a:solidFill>
                <a:latin typeface="Arial"/>
                <a:ea typeface="Arial"/>
                <a:cs typeface="Arial"/>
              </a:rPr>
              <a:t>Local Docker release and setup guide ready · 1 optional backend test skipped · Demo examples remain separate.</a:t>
            </a:r>
          </a:p>
        </p:txBody>
      </p:sp>
      <p:sp>
        <p:nvSpPr>
          <p:cNvPr id="12" name="07">
            <a:extLst xmlns:a="http://schemas.openxmlformats.org/drawingml/2006/main">
              <a:ext uri="{FF2B5EF4-FFF2-40B4-BE49-F238E27FC236}">
                <a16:creationId xmlns:a16="http://schemas.microsoft.com/office/drawing/2014/main" id="{8709E078-08EF-4EAD-8AA5-093569C7B8F1}"/>
              </a:ext>
            </a:extLst>
          </p:cNvPr>
          <p:cNvSpPr>
            <a:spLocks xmlns:a="http://schemas.openxmlformats.org/drawingml/2006/main" noGrp="1"/>
          </p:cNvSpPr>
          <p:nvPr/>
        </p:nvSpPr>
        <p:spPr>
          <a:xfrm xmlns:a="http://schemas.openxmlformats.org/drawingml/2006/main">
            <a:off x="11353800" y="62484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DD0D9"/>
                </a:solidFill>
                <a:latin typeface="Arial"/>
                <a:ea typeface="Arial"/>
                <a:cs typeface="Arial"/>
              </a:defRPr>
            </a:defPPr>
            <a:lvl1pPr>
              <a:defRPr sz="1275" b="0">
                <a:solidFill>
                  <a:srgbClr val="BDD0D9"/>
                </a:solidFill>
                <a:latin typeface="Arial"/>
                <a:ea typeface="Arial"/>
                <a:cs typeface="Arial"/>
              </a:defRPr>
            </a:lvl1pPr>
            <a:lvl2pPr>
              <a:defRPr sz="1275" b="0">
                <a:solidFill>
                  <a:srgbClr val="BDD0D9"/>
                </a:solidFill>
                <a:latin typeface="Arial"/>
                <a:ea typeface="Arial"/>
                <a:cs typeface="Arial"/>
              </a:defRPr>
            </a:lvl2pPr>
            <a:lvl3pPr>
              <a:defRPr sz="1275" b="0">
                <a:solidFill>
                  <a:srgbClr val="BDD0D9"/>
                </a:solidFill>
                <a:latin typeface="Arial"/>
                <a:ea typeface="Arial"/>
                <a:cs typeface="Arial"/>
              </a:defRPr>
            </a:lvl3pPr>
            <a:lvl4pPr>
              <a:defRPr sz="1275" b="0">
                <a:solidFill>
                  <a:srgbClr val="BDD0D9"/>
                </a:solidFill>
                <a:latin typeface="Arial"/>
                <a:ea typeface="Arial"/>
                <a:cs typeface="Arial"/>
              </a:defRPr>
            </a:lvl4pPr>
            <a:lvl5pPr>
              <a:defRPr sz="1275" b="0">
                <a:solidFill>
                  <a:srgbClr val="BDD0D9"/>
                </a:solidFill>
                <a:latin typeface="Arial"/>
                <a:ea typeface="Arial"/>
                <a:cs typeface="Arial"/>
              </a:defRPr>
            </a:lvl5pPr>
            <a:lvl6pPr>
              <a:defRPr sz="1275" b="0">
                <a:solidFill>
                  <a:srgbClr val="BDD0D9"/>
                </a:solidFill>
                <a:latin typeface="Arial"/>
                <a:ea typeface="Arial"/>
                <a:cs typeface="Arial"/>
              </a:defRPr>
            </a:lvl6pPr>
            <a:lvl7pPr>
              <a:defRPr sz="1275" b="0">
                <a:solidFill>
                  <a:srgbClr val="BDD0D9"/>
                </a:solidFill>
                <a:latin typeface="Arial"/>
                <a:ea typeface="Arial"/>
                <a:cs typeface="Arial"/>
              </a:defRPr>
            </a:lvl7pPr>
            <a:lvl8pPr>
              <a:defRPr sz="1275" b="0">
                <a:solidFill>
                  <a:srgbClr val="BDD0D9"/>
                </a:solidFill>
                <a:latin typeface="Arial"/>
                <a:ea typeface="Arial"/>
                <a:cs typeface="Arial"/>
              </a:defRPr>
            </a:lvl8pPr>
            <a:lvl9pPr>
              <a:defRPr sz="1275" b="0">
                <a:solidFill>
                  <a:srgbClr val="BDD0D9"/>
                </a:solidFill>
                <a:latin typeface="Arial"/>
                <a:ea typeface="Arial"/>
                <a:cs typeface="Arial"/>
              </a:defRPr>
            </a:lvl9pPr>
          </a:lstStyle>
          <a:p xmlns:a="http://schemas.openxmlformats.org/drawingml/2006/main">
            <a:pPr>
              <a:defRPr sz="1275" b="0">
                <a:solidFill>
                  <a:srgbClr val="BDD0D9"/>
                </a:solidFill>
                <a:latin typeface="Arial"/>
                <a:ea typeface="Arial"/>
                <a:cs typeface="Arial"/>
              </a:defRPr>
            </a:pPr>
            <a:r>
              <a:rPr sz="1275" b="0">
                <a:solidFill>
                  <a:srgbClr val="BDD0D9"/>
                </a:solidFill>
                <a:latin typeface="Arial"/>
                <a:ea typeface="Arial"/>
                <a:cs typeface="Arial"/>
              </a:rPr>
              <a:t>07</a:t>
            </a:r>
          </a:p>
        </p:txBody>
      </p:sp>
    </p:spTree>
    <p:extLst>
      <p:ext uri="{BB962C8B-B14F-4D97-AF65-F5344CB8AC3E}">
        <p14:creationId xmlns:p14="http://schemas.microsoft.com/office/powerpoint/2010/main" val="6227147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ppendix · Data and metric definitions">
            <a:extLst xmlns:a="http://schemas.openxmlformats.org/drawingml/2006/main">
              <a:ext uri="{FF2B5EF4-FFF2-40B4-BE49-F238E27FC236}">
                <a16:creationId xmlns:a16="http://schemas.microsoft.com/office/drawing/2014/main" id="{6D22BF2D-5BC1-427A-8918-772CB6D081A4}"/>
              </a:ext>
            </a:extLst>
          </p:cNvPr>
          <p:cNvSpPr>
            <a:spLocks xmlns:a="http://schemas.openxmlformats.org/drawingml/2006/main" noGrp="1"/>
          </p:cNvSpPr>
          <p:nvPr/>
        </p:nvSpPr>
        <p:spPr>
          <a:xfrm xmlns:a="http://schemas.openxmlformats.org/drawingml/2006/main">
            <a:off x="609600" y="4191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42A36"/>
                </a:solidFill>
                <a:latin typeface="Arial"/>
                <a:ea typeface="Arial"/>
                <a:cs typeface="Arial"/>
              </a:defRPr>
            </a:defPPr>
            <a:lvl1pPr>
              <a:defRPr sz="3450" b="1">
                <a:solidFill>
                  <a:srgbClr val="142A36"/>
                </a:solidFill>
                <a:latin typeface="Arial"/>
                <a:ea typeface="Arial"/>
                <a:cs typeface="Arial"/>
              </a:defRPr>
            </a:lvl1pPr>
            <a:lvl2pPr>
              <a:defRPr sz="3450" b="1">
                <a:solidFill>
                  <a:srgbClr val="142A36"/>
                </a:solidFill>
                <a:latin typeface="Arial"/>
                <a:ea typeface="Arial"/>
                <a:cs typeface="Arial"/>
              </a:defRPr>
            </a:lvl2pPr>
            <a:lvl3pPr>
              <a:defRPr sz="3450" b="1">
                <a:solidFill>
                  <a:srgbClr val="142A36"/>
                </a:solidFill>
                <a:latin typeface="Arial"/>
                <a:ea typeface="Arial"/>
                <a:cs typeface="Arial"/>
              </a:defRPr>
            </a:lvl3pPr>
            <a:lvl4pPr>
              <a:defRPr sz="3450" b="1">
                <a:solidFill>
                  <a:srgbClr val="142A36"/>
                </a:solidFill>
                <a:latin typeface="Arial"/>
                <a:ea typeface="Arial"/>
                <a:cs typeface="Arial"/>
              </a:defRPr>
            </a:lvl4pPr>
            <a:lvl5pPr>
              <a:defRPr sz="3450" b="1">
                <a:solidFill>
                  <a:srgbClr val="142A36"/>
                </a:solidFill>
                <a:latin typeface="Arial"/>
                <a:ea typeface="Arial"/>
                <a:cs typeface="Arial"/>
              </a:defRPr>
            </a:lvl5pPr>
            <a:lvl6pPr>
              <a:defRPr sz="3450" b="1">
                <a:solidFill>
                  <a:srgbClr val="142A36"/>
                </a:solidFill>
                <a:latin typeface="Arial"/>
                <a:ea typeface="Arial"/>
                <a:cs typeface="Arial"/>
              </a:defRPr>
            </a:lvl6pPr>
            <a:lvl7pPr>
              <a:defRPr sz="3450" b="1">
                <a:solidFill>
                  <a:srgbClr val="142A36"/>
                </a:solidFill>
                <a:latin typeface="Arial"/>
                <a:ea typeface="Arial"/>
                <a:cs typeface="Arial"/>
              </a:defRPr>
            </a:lvl7pPr>
            <a:lvl8pPr>
              <a:defRPr sz="3450" b="1">
                <a:solidFill>
                  <a:srgbClr val="142A36"/>
                </a:solidFill>
                <a:latin typeface="Arial"/>
                <a:ea typeface="Arial"/>
                <a:cs typeface="Arial"/>
              </a:defRPr>
            </a:lvl8pPr>
            <a:lvl9pPr>
              <a:defRPr sz="3450" b="1">
                <a:solidFill>
                  <a:srgbClr val="142A36"/>
                </a:solidFill>
                <a:latin typeface="Arial"/>
                <a:ea typeface="Arial"/>
                <a:cs typeface="Arial"/>
              </a:defRPr>
            </a:lvl9pPr>
          </a:lstStyle>
          <a:p xmlns:a="http://schemas.openxmlformats.org/drawingml/2006/main">
            <a:pPr>
              <a:defRPr sz="3450" b="1">
                <a:solidFill>
                  <a:srgbClr val="142A36"/>
                </a:solidFill>
                <a:latin typeface="Arial"/>
                <a:ea typeface="Arial"/>
                <a:cs typeface="Arial"/>
              </a:defRPr>
            </a:pPr>
            <a:r>
              <a:rPr sz="3450" b="1">
                <a:solidFill>
                  <a:srgbClr val="142A36"/>
                </a:solidFill>
                <a:latin typeface="Arial"/>
                <a:ea typeface="Arial"/>
                <a:cs typeface="Arial"/>
              </a:rPr>
              <a:t>Appendix · Data and metric definitions</a:t>
            </a:r>
          </a:p>
        </p:txBody>
      </p:sp>
      <p:sp>
        <p:nvSpPr>
          <p:cNvPr id="2" name="26,869">
            <a:extLst xmlns:a="http://schemas.openxmlformats.org/drawingml/2006/main">
              <a:ext uri="{FF2B5EF4-FFF2-40B4-BE49-F238E27FC236}">
                <a16:creationId xmlns:a16="http://schemas.microsoft.com/office/drawing/2014/main" id="{1381D7D0-9D23-4205-98EA-C885196952CB}"/>
              </a:ext>
            </a:extLst>
          </p:cNvPr>
          <p:cNvSpPr>
            <a:spLocks xmlns:a="http://schemas.openxmlformats.org/drawingml/2006/main" noGrp="1"/>
          </p:cNvSpPr>
          <p:nvPr/>
        </p:nvSpPr>
        <p:spPr>
          <a:xfrm xmlns:a="http://schemas.openxmlformats.org/drawingml/2006/main">
            <a:off x="647700" y="1647825"/>
            <a:ext cx="4857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725" b="1">
                <a:solidFill>
                  <a:srgbClr val="126C73"/>
                </a:solidFill>
                <a:latin typeface="Arial"/>
                <a:ea typeface="Arial"/>
                <a:cs typeface="Arial"/>
              </a:defRPr>
            </a:defPPr>
            <a:lvl1pPr>
              <a:defRPr sz="4725" b="1">
                <a:solidFill>
                  <a:srgbClr val="126C73"/>
                </a:solidFill>
                <a:latin typeface="Arial"/>
                <a:ea typeface="Arial"/>
                <a:cs typeface="Arial"/>
              </a:defRPr>
            </a:lvl1pPr>
            <a:lvl2pPr>
              <a:defRPr sz="4725" b="1">
                <a:solidFill>
                  <a:srgbClr val="126C73"/>
                </a:solidFill>
                <a:latin typeface="Arial"/>
                <a:ea typeface="Arial"/>
                <a:cs typeface="Arial"/>
              </a:defRPr>
            </a:lvl2pPr>
            <a:lvl3pPr>
              <a:defRPr sz="4725" b="1">
                <a:solidFill>
                  <a:srgbClr val="126C73"/>
                </a:solidFill>
                <a:latin typeface="Arial"/>
                <a:ea typeface="Arial"/>
                <a:cs typeface="Arial"/>
              </a:defRPr>
            </a:lvl3pPr>
            <a:lvl4pPr>
              <a:defRPr sz="4725" b="1">
                <a:solidFill>
                  <a:srgbClr val="126C73"/>
                </a:solidFill>
                <a:latin typeface="Arial"/>
                <a:ea typeface="Arial"/>
                <a:cs typeface="Arial"/>
              </a:defRPr>
            </a:lvl4pPr>
            <a:lvl5pPr>
              <a:defRPr sz="4725" b="1">
                <a:solidFill>
                  <a:srgbClr val="126C73"/>
                </a:solidFill>
                <a:latin typeface="Arial"/>
                <a:ea typeface="Arial"/>
                <a:cs typeface="Arial"/>
              </a:defRPr>
            </a:lvl5pPr>
            <a:lvl6pPr>
              <a:defRPr sz="4725" b="1">
                <a:solidFill>
                  <a:srgbClr val="126C73"/>
                </a:solidFill>
                <a:latin typeface="Arial"/>
                <a:ea typeface="Arial"/>
                <a:cs typeface="Arial"/>
              </a:defRPr>
            </a:lvl6pPr>
            <a:lvl7pPr>
              <a:defRPr sz="4725" b="1">
                <a:solidFill>
                  <a:srgbClr val="126C73"/>
                </a:solidFill>
                <a:latin typeface="Arial"/>
                <a:ea typeface="Arial"/>
                <a:cs typeface="Arial"/>
              </a:defRPr>
            </a:lvl7pPr>
            <a:lvl8pPr>
              <a:defRPr sz="4725" b="1">
                <a:solidFill>
                  <a:srgbClr val="126C73"/>
                </a:solidFill>
                <a:latin typeface="Arial"/>
                <a:ea typeface="Arial"/>
                <a:cs typeface="Arial"/>
              </a:defRPr>
            </a:lvl8pPr>
            <a:lvl9pPr>
              <a:defRPr sz="4725" b="1">
                <a:solidFill>
                  <a:srgbClr val="126C73"/>
                </a:solidFill>
                <a:latin typeface="Arial"/>
                <a:ea typeface="Arial"/>
                <a:cs typeface="Arial"/>
              </a:defRPr>
            </a:lvl9pPr>
          </a:lstStyle>
          <a:p xmlns:a="http://schemas.openxmlformats.org/drawingml/2006/main">
            <a:pPr>
              <a:defRPr sz="4725" b="1">
                <a:solidFill>
                  <a:srgbClr val="126C73"/>
                </a:solidFill>
                <a:latin typeface="Arial"/>
                <a:ea typeface="Arial"/>
                <a:cs typeface="Arial"/>
              </a:defRPr>
            </a:pPr>
            <a:r>
              <a:rPr sz="4725" b="1">
                <a:solidFill>
                  <a:srgbClr val="126C73"/>
                </a:solidFill>
                <a:latin typeface="Arial"/>
                <a:ea typeface="Arial"/>
                <a:cs typeface="Arial"/>
              </a:rPr>
              <a:t>26,869</a:t>
            </a:r>
          </a:p>
        </p:txBody>
      </p:sp>
      <p:sp>
        <p:nvSpPr>
          <p:cNvPr id="3" name="reported RDD training images">
            <a:extLst xmlns:a="http://schemas.openxmlformats.org/drawingml/2006/main">
              <a:ext uri="{FF2B5EF4-FFF2-40B4-BE49-F238E27FC236}">
                <a16:creationId xmlns:a16="http://schemas.microsoft.com/office/drawing/2014/main" id="{A2193055-F189-4F7E-93C7-657446500621}"/>
              </a:ext>
            </a:extLst>
          </p:cNvPr>
          <p:cNvSpPr>
            <a:spLocks xmlns:a="http://schemas.openxmlformats.org/drawingml/2006/main" noGrp="1"/>
          </p:cNvSpPr>
          <p:nvPr/>
        </p:nvSpPr>
        <p:spPr>
          <a:xfrm xmlns:a="http://schemas.openxmlformats.org/drawingml/2006/main">
            <a:off x="647700" y="260032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42A36"/>
                </a:solidFill>
                <a:latin typeface="Arial"/>
                <a:ea typeface="Arial"/>
                <a:cs typeface="Arial"/>
              </a:defRPr>
            </a:defPPr>
            <a:lvl1pPr>
              <a:defRPr sz="2025" b="0">
                <a:solidFill>
                  <a:srgbClr val="142A36"/>
                </a:solidFill>
                <a:latin typeface="Arial"/>
                <a:ea typeface="Arial"/>
                <a:cs typeface="Arial"/>
              </a:defRPr>
            </a:lvl1pPr>
            <a:lvl2pPr>
              <a:defRPr sz="2025" b="0">
                <a:solidFill>
                  <a:srgbClr val="142A36"/>
                </a:solidFill>
                <a:latin typeface="Arial"/>
                <a:ea typeface="Arial"/>
                <a:cs typeface="Arial"/>
              </a:defRPr>
            </a:lvl2pPr>
            <a:lvl3pPr>
              <a:defRPr sz="2025" b="0">
                <a:solidFill>
                  <a:srgbClr val="142A36"/>
                </a:solidFill>
                <a:latin typeface="Arial"/>
                <a:ea typeface="Arial"/>
                <a:cs typeface="Arial"/>
              </a:defRPr>
            </a:lvl3pPr>
            <a:lvl4pPr>
              <a:defRPr sz="2025" b="0">
                <a:solidFill>
                  <a:srgbClr val="142A36"/>
                </a:solidFill>
                <a:latin typeface="Arial"/>
                <a:ea typeface="Arial"/>
                <a:cs typeface="Arial"/>
              </a:defRPr>
            </a:lvl4pPr>
            <a:lvl5pPr>
              <a:defRPr sz="2025" b="0">
                <a:solidFill>
                  <a:srgbClr val="142A36"/>
                </a:solidFill>
                <a:latin typeface="Arial"/>
                <a:ea typeface="Arial"/>
                <a:cs typeface="Arial"/>
              </a:defRPr>
            </a:lvl5pPr>
            <a:lvl6pPr>
              <a:defRPr sz="2025" b="0">
                <a:solidFill>
                  <a:srgbClr val="142A36"/>
                </a:solidFill>
                <a:latin typeface="Arial"/>
                <a:ea typeface="Arial"/>
                <a:cs typeface="Arial"/>
              </a:defRPr>
            </a:lvl6pPr>
            <a:lvl7pPr>
              <a:defRPr sz="2025" b="0">
                <a:solidFill>
                  <a:srgbClr val="142A36"/>
                </a:solidFill>
                <a:latin typeface="Arial"/>
                <a:ea typeface="Arial"/>
                <a:cs typeface="Arial"/>
              </a:defRPr>
            </a:lvl7pPr>
            <a:lvl8pPr>
              <a:defRPr sz="2025" b="0">
                <a:solidFill>
                  <a:srgbClr val="142A36"/>
                </a:solidFill>
                <a:latin typeface="Arial"/>
                <a:ea typeface="Arial"/>
                <a:cs typeface="Arial"/>
              </a:defRPr>
            </a:lvl8pPr>
            <a:lvl9pPr>
              <a:defRPr sz="2025" b="0">
                <a:solidFill>
                  <a:srgbClr val="142A36"/>
                </a:solidFill>
                <a:latin typeface="Arial"/>
                <a:ea typeface="Arial"/>
                <a:cs typeface="Arial"/>
              </a:defRPr>
            </a:lvl9pPr>
          </a:lstStyle>
          <a:p xmlns:a="http://schemas.openxmlformats.org/drawingml/2006/main">
            <a:pPr>
              <a:defRPr sz="2025" b="0">
                <a:solidFill>
                  <a:srgbClr val="142A36"/>
                </a:solidFill>
                <a:latin typeface="Arial"/>
                <a:ea typeface="Arial"/>
                <a:cs typeface="Arial"/>
              </a:defRPr>
            </a:pPr>
            <a:r>
              <a:rPr sz="2025" b="0">
                <a:solidFill>
                  <a:srgbClr val="142A36"/>
                </a:solidFill>
                <a:latin typeface="Arial"/>
                <a:ea typeface="Arial"/>
                <a:cs typeface="Arial"/>
              </a:rPr>
              <a:t>reported RDD training images</a:t>
            </a:r>
          </a:p>
        </p:txBody>
      </p:sp>
      <p:sp>
        <p:nvSpPr>
          <p:cNvPr id="4" name="≈41,000">
            <a:extLst xmlns:a="http://schemas.openxmlformats.org/drawingml/2006/main">
              <a:ext uri="{FF2B5EF4-FFF2-40B4-BE49-F238E27FC236}">
                <a16:creationId xmlns:a16="http://schemas.microsoft.com/office/drawing/2014/main" id="{2066ADFD-4280-458D-BAE8-6CF604A7908F}"/>
              </a:ext>
            </a:extLst>
          </p:cNvPr>
          <p:cNvSpPr>
            <a:spLocks xmlns:a="http://schemas.openxmlformats.org/drawingml/2006/main" noGrp="1"/>
          </p:cNvSpPr>
          <p:nvPr/>
        </p:nvSpPr>
        <p:spPr>
          <a:xfrm xmlns:a="http://schemas.openxmlformats.org/drawingml/2006/main">
            <a:off x="6429375" y="1647825"/>
            <a:ext cx="5143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725" b="1">
                <a:solidFill>
                  <a:srgbClr val="126C73"/>
                </a:solidFill>
                <a:latin typeface="Arial"/>
                <a:ea typeface="Arial"/>
                <a:cs typeface="Arial"/>
              </a:defRPr>
            </a:defPPr>
            <a:lvl1pPr>
              <a:defRPr sz="4725" b="1">
                <a:solidFill>
                  <a:srgbClr val="126C73"/>
                </a:solidFill>
                <a:latin typeface="Arial"/>
                <a:ea typeface="Arial"/>
                <a:cs typeface="Arial"/>
              </a:defRPr>
            </a:lvl1pPr>
            <a:lvl2pPr>
              <a:defRPr sz="4725" b="1">
                <a:solidFill>
                  <a:srgbClr val="126C73"/>
                </a:solidFill>
                <a:latin typeface="Arial"/>
                <a:ea typeface="Arial"/>
                <a:cs typeface="Arial"/>
              </a:defRPr>
            </a:lvl2pPr>
            <a:lvl3pPr>
              <a:defRPr sz="4725" b="1">
                <a:solidFill>
                  <a:srgbClr val="126C73"/>
                </a:solidFill>
                <a:latin typeface="Arial"/>
                <a:ea typeface="Arial"/>
                <a:cs typeface="Arial"/>
              </a:defRPr>
            </a:lvl3pPr>
            <a:lvl4pPr>
              <a:defRPr sz="4725" b="1">
                <a:solidFill>
                  <a:srgbClr val="126C73"/>
                </a:solidFill>
                <a:latin typeface="Arial"/>
                <a:ea typeface="Arial"/>
                <a:cs typeface="Arial"/>
              </a:defRPr>
            </a:lvl4pPr>
            <a:lvl5pPr>
              <a:defRPr sz="4725" b="1">
                <a:solidFill>
                  <a:srgbClr val="126C73"/>
                </a:solidFill>
                <a:latin typeface="Arial"/>
                <a:ea typeface="Arial"/>
                <a:cs typeface="Arial"/>
              </a:defRPr>
            </a:lvl5pPr>
            <a:lvl6pPr>
              <a:defRPr sz="4725" b="1">
                <a:solidFill>
                  <a:srgbClr val="126C73"/>
                </a:solidFill>
                <a:latin typeface="Arial"/>
                <a:ea typeface="Arial"/>
                <a:cs typeface="Arial"/>
              </a:defRPr>
            </a:lvl6pPr>
            <a:lvl7pPr>
              <a:defRPr sz="4725" b="1">
                <a:solidFill>
                  <a:srgbClr val="126C73"/>
                </a:solidFill>
                <a:latin typeface="Arial"/>
                <a:ea typeface="Arial"/>
                <a:cs typeface="Arial"/>
              </a:defRPr>
            </a:lvl7pPr>
            <a:lvl8pPr>
              <a:defRPr sz="4725" b="1">
                <a:solidFill>
                  <a:srgbClr val="126C73"/>
                </a:solidFill>
                <a:latin typeface="Arial"/>
                <a:ea typeface="Arial"/>
                <a:cs typeface="Arial"/>
              </a:defRPr>
            </a:lvl8pPr>
            <a:lvl9pPr>
              <a:defRPr sz="4725" b="1">
                <a:solidFill>
                  <a:srgbClr val="126C73"/>
                </a:solidFill>
                <a:latin typeface="Arial"/>
                <a:ea typeface="Arial"/>
                <a:cs typeface="Arial"/>
              </a:defRPr>
            </a:lvl9pPr>
          </a:lstStyle>
          <a:p xmlns:a="http://schemas.openxmlformats.org/drawingml/2006/main">
            <a:pPr>
              <a:defRPr sz="4725" b="1">
                <a:solidFill>
                  <a:srgbClr val="126C73"/>
                </a:solidFill>
                <a:latin typeface="Arial"/>
                <a:ea typeface="Arial"/>
                <a:cs typeface="Arial"/>
              </a:defRPr>
            </a:pPr>
            <a:r>
              <a:rPr sz="4725" b="1">
                <a:solidFill>
                  <a:srgbClr val="126C73"/>
                </a:solidFill>
                <a:latin typeface="Arial"/>
                <a:ea typeface="Arial"/>
                <a:cs typeface="Arial"/>
              </a:rPr>
              <a:t>≈41,000</a:t>
            </a:r>
          </a:p>
        </p:txBody>
      </p:sp>
      <p:sp>
        <p:nvSpPr>
          <p:cNvPr id="5" name="reported main-run pool with extra sources">
            <a:extLst xmlns:a="http://schemas.openxmlformats.org/drawingml/2006/main">
              <a:ext uri="{FF2B5EF4-FFF2-40B4-BE49-F238E27FC236}">
                <a16:creationId xmlns:a16="http://schemas.microsoft.com/office/drawing/2014/main" id="{2D441D2D-829C-4CBD-A7DB-92E1892D416C}"/>
              </a:ext>
            </a:extLst>
          </p:cNvPr>
          <p:cNvSpPr>
            <a:spLocks xmlns:a="http://schemas.openxmlformats.org/drawingml/2006/main" noGrp="1"/>
          </p:cNvSpPr>
          <p:nvPr/>
        </p:nvSpPr>
        <p:spPr>
          <a:xfrm xmlns:a="http://schemas.openxmlformats.org/drawingml/2006/main">
            <a:off x="6429375" y="26003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A36"/>
                </a:solidFill>
                <a:latin typeface="Arial"/>
                <a:ea typeface="Arial"/>
                <a:cs typeface="Arial"/>
              </a:defRPr>
            </a:defPPr>
            <a:lvl1pPr>
              <a:defRPr sz="1875" b="0">
                <a:solidFill>
                  <a:srgbClr val="142A36"/>
                </a:solidFill>
                <a:latin typeface="Arial"/>
                <a:ea typeface="Arial"/>
                <a:cs typeface="Arial"/>
              </a:defRPr>
            </a:lvl1pPr>
            <a:lvl2pPr>
              <a:defRPr sz="1875" b="0">
                <a:solidFill>
                  <a:srgbClr val="142A36"/>
                </a:solidFill>
                <a:latin typeface="Arial"/>
                <a:ea typeface="Arial"/>
                <a:cs typeface="Arial"/>
              </a:defRPr>
            </a:lvl2pPr>
            <a:lvl3pPr>
              <a:defRPr sz="1875" b="0">
                <a:solidFill>
                  <a:srgbClr val="142A36"/>
                </a:solidFill>
                <a:latin typeface="Arial"/>
                <a:ea typeface="Arial"/>
                <a:cs typeface="Arial"/>
              </a:defRPr>
            </a:lvl3pPr>
            <a:lvl4pPr>
              <a:defRPr sz="1875" b="0">
                <a:solidFill>
                  <a:srgbClr val="142A36"/>
                </a:solidFill>
                <a:latin typeface="Arial"/>
                <a:ea typeface="Arial"/>
                <a:cs typeface="Arial"/>
              </a:defRPr>
            </a:lvl4pPr>
            <a:lvl5pPr>
              <a:defRPr sz="1875" b="0">
                <a:solidFill>
                  <a:srgbClr val="142A36"/>
                </a:solidFill>
                <a:latin typeface="Arial"/>
                <a:ea typeface="Arial"/>
                <a:cs typeface="Arial"/>
              </a:defRPr>
            </a:lvl5pPr>
            <a:lvl6pPr>
              <a:defRPr sz="1875" b="0">
                <a:solidFill>
                  <a:srgbClr val="142A36"/>
                </a:solidFill>
                <a:latin typeface="Arial"/>
                <a:ea typeface="Arial"/>
                <a:cs typeface="Arial"/>
              </a:defRPr>
            </a:lvl6pPr>
            <a:lvl7pPr>
              <a:defRPr sz="1875" b="0">
                <a:solidFill>
                  <a:srgbClr val="142A36"/>
                </a:solidFill>
                <a:latin typeface="Arial"/>
                <a:ea typeface="Arial"/>
                <a:cs typeface="Arial"/>
              </a:defRPr>
            </a:lvl7pPr>
            <a:lvl8pPr>
              <a:defRPr sz="1875" b="0">
                <a:solidFill>
                  <a:srgbClr val="142A36"/>
                </a:solidFill>
                <a:latin typeface="Arial"/>
                <a:ea typeface="Arial"/>
                <a:cs typeface="Arial"/>
              </a:defRPr>
            </a:lvl8pPr>
            <a:lvl9pPr>
              <a:defRPr sz="1875" b="0">
                <a:solidFill>
                  <a:srgbClr val="142A36"/>
                </a:solidFill>
                <a:latin typeface="Arial"/>
                <a:ea typeface="Arial"/>
                <a:cs typeface="Arial"/>
              </a:defRPr>
            </a:lvl9pPr>
          </a:lstStyle>
          <a:p xmlns:a="http://schemas.openxmlformats.org/drawingml/2006/main">
            <a:pPr>
              <a:defRPr sz="1875" b="0">
                <a:solidFill>
                  <a:srgbClr val="142A36"/>
                </a:solidFill>
                <a:latin typeface="Arial"/>
                <a:ea typeface="Arial"/>
                <a:cs typeface="Arial"/>
              </a:defRPr>
            </a:pPr>
            <a:r>
              <a:rPr sz="1875" b="0">
                <a:solidFill>
                  <a:srgbClr val="142A36"/>
                </a:solidFill>
                <a:latin typeface="Arial"/>
                <a:ea typeface="Arial"/>
                <a:cs typeface="Arial"/>
              </a:rPr>
              <a:t>reported main-run pool with extra sources</a:t>
            </a:r>
          </a:p>
        </p:txBody>
      </p:sp>
      <p:sp>
        <p:nvSpPr>
          <p:cNvPr id="6" name="5,758 validation + 5,758 labeled holdout imag">
            <a:extLst xmlns:a="http://schemas.openxmlformats.org/drawingml/2006/main">
              <a:ext uri="{FF2B5EF4-FFF2-40B4-BE49-F238E27FC236}">
                <a16:creationId xmlns:a16="http://schemas.microsoft.com/office/drawing/2014/main" id="{A502666F-77ED-42AF-AE5D-EA1ECFEF8F6D}"/>
              </a:ext>
            </a:extLst>
          </p:cNvPr>
          <p:cNvSpPr>
            <a:spLocks xmlns:a="http://schemas.openxmlformats.org/drawingml/2006/main" noGrp="1"/>
          </p:cNvSpPr>
          <p:nvPr/>
        </p:nvSpPr>
        <p:spPr>
          <a:xfrm xmlns:a="http://schemas.openxmlformats.org/drawingml/2006/main">
            <a:off x="647700" y="35242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42A36"/>
                </a:solidFill>
                <a:latin typeface="Arial"/>
                <a:ea typeface="Arial"/>
                <a:cs typeface="Arial"/>
              </a:defRPr>
            </a:defPPr>
            <a:lvl1pPr>
              <a:defRPr sz="2400" b="1">
                <a:solidFill>
                  <a:srgbClr val="142A36"/>
                </a:solidFill>
                <a:latin typeface="Arial"/>
                <a:ea typeface="Arial"/>
                <a:cs typeface="Arial"/>
              </a:defRPr>
            </a:lvl1pPr>
            <a:lvl2pPr>
              <a:defRPr sz="2400" b="1">
                <a:solidFill>
                  <a:srgbClr val="142A36"/>
                </a:solidFill>
                <a:latin typeface="Arial"/>
                <a:ea typeface="Arial"/>
                <a:cs typeface="Arial"/>
              </a:defRPr>
            </a:lvl2pPr>
            <a:lvl3pPr>
              <a:defRPr sz="2400" b="1">
                <a:solidFill>
                  <a:srgbClr val="142A36"/>
                </a:solidFill>
                <a:latin typeface="Arial"/>
                <a:ea typeface="Arial"/>
                <a:cs typeface="Arial"/>
              </a:defRPr>
            </a:lvl3pPr>
            <a:lvl4pPr>
              <a:defRPr sz="2400" b="1">
                <a:solidFill>
                  <a:srgbClr val="142A36"/>
                </a:solidFill>
                <a:latin typeface="Arial"/>
                <a:ea typeface="Arial"/>
                <a:cs typeface="Arial"/>
              </a:defRPr>
            </a:lvl4pPr>
            <a:lvl5pPr>
              <a:defRPr sz="2400" b="1">
                <a:solidFill>
                  <a:srgbClr val="142A36"/>
                </a:solidFill>
                <a:latin typeface="Arial"/>
                <a:ea typeface="Arial"/>
                <a:cs typeface="Arial"/>
              </a:defRPr>
            </a:lvl5pPr>
            <a:lvl6pPr>
              <a:defRPr sz="2400" b="1">
                <a:solidFill>
                  <a:srgbClr val="142A36"/>
                </a:solidFill>
                <a:latin typeface="Arial"/>
                <a:ea typeface="Arial"/>
                <a:cs typeface="Arial"/>
              </a:defRPr>
            </a:lvl6pPr>
            <a:lvl7pPr>
              <a:defRPr sz="2400" b="1">
                <a:solidFill>
                  <a:srgbClr val="142A36"/>
                </a:solidFill>
                <a:latin typeface="Arial"/>
                <a:ea typeface="Arial"/>
                <a:cs typeface="Arial"/>
              </a:defRPr>
            </a:lvl7pPr>
            <a:lvl8pPr>
              <a:defRPr sz="2400" b="1">
                <a:solidFill>
                  <a:srgbClr val="142A36"/>
                </a:solidFill>
                <a:latin typeface="Arial"/>
                <a:ea typeface="Arial"/>
                <a:cs typeface="Arial"/>
              </a:defRPr>
            </a:lvl8pPr>
            <a:lvl9pPr>
              <a:defRPr sz="2400" b="1">
                <a:solidFill>
                  <a:srgbClr val="142A36"/>
                </a:solidFill>
                <a:latin typeface="Arial"/>
                <a:ea typeface="Arial"/>
                <a:cs typeface="Arial"/>
              </a:defRPr>
            </a:lvl9pPr>
          </a:lstStyle>
          <a:p xmlns:a="http://schemas.openxmlformats.org/drawingml/2006/main">
            <a:pPr>
              <a:defRPr sz="2400" b="1">
                <a:solidFill>
                  <a:srgbClr val="142A36"/>
                </a:solidFill>
                <a:latin typeface="Arial"/>
                <a:ea typeface="Arial"/>
                <a:cs typeface="Arial"/>
              </a:defRPr>
            </a:pPr>
            <a:r>
              <a:rPr sz="2400" b="1">
                <a:solidFill>
                  <a:srgbClr val="142A36"/>
                </a:solidFill>
                <a:latin typeface="Arial"/>
                <a:ea typeface="Arial"/>
                <a:cs typeface="Arial"/>
              </a:rPr>
              <a:t>5,758 validation + 5,758 labeled holdout images</a:t>
            </a:r>
          </a:p>
        </p:txBody>
      </p:sp>
      <p:sp>
        <p:nvSpPr>
          <p:cNvPr id="7" name="Reported leakage: 2.2% validation / 2.4% hold">
            <a:extLst xmlns:a="http://schemas.openxmlformats.org/drawingml/2006/main">
              <a:ext uri="{FF2B5EF4-FFF2-40B4-BE49-F238E27FC236}">
                <a16:creationId xmlns:a16="http://schemas.microsoft.com/office/drawing/2014/main" id="{4952C835-152D-4D89-8366-DA8A5F36075E}"/>
              </a:ext>
            </a:extLst>
          </p:cNvPr>
          <p:cNvSpPr>
            <a:spLocks xmlns:a="http://schemas.openxmlformats.org/drawingml/2006/main" noGrp="1"/>
          </p:cNvSpPr>
          <p:nvPr/>
        </p:nvSpPr>
        <p:spPr>
          <a:xfrm xmlns:a="http://schemas.openxmlformats.org/drawingml/2006/main">
            <a:off x="647700" y="423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42A36"/>
                </a:solidFill>
                <a:latin typeface="Arial"/>
                <a:ea typeface="Arial"/>
                <a:cs typeface="Arial"/>
              </a:defRPr>
            </a:defPPr>
            <a:lvl1pPr>
              <a:defRPr sz="2100" b="0">
                <a:solidFill>
                  <a:srgbClr val="142A36"/>
                </a:solidFill>
                <a:latin typeface="Arial"/>
                <a:ea typeface="Arial"/>
                <a:cs typeface="Arial"/>
              </a:defRPr>
            </a:lvl1pPr>
            <a:lvl2pPr>
              <a:defRPr sz="2100" b="0">
                <a:solidFill>
                  <a:srgbClr val="142A36"/>
                </a:solidFill>
                <a:latin typeface="Arial"/>
                <a:ea typeface="Arial"/>
                <a:cs typeface="Arial"/>
              </a:defRPr>
            </a:lvl2pPr>
            <a:lvl3pPr>
              <a:defRPr sz="2100" b="0">
                <a:solidFill>
                  <a:srgbClr val="142A36"/>
                </a:solidFill>
                <a:latin typeface="Arial"/>
                <a:ea typeface="Arial"/>
                <a:cs typeface="Arial"/>
              </a:defRPr>
            </a:lvl3pPr>
            <a:lvl4pPr>
              <a:defRPr sz="2100" b="0">
                <a:solidFill>
                  <a:srgbClr val="142A36"/>
                </a:solidFill>
                <a:latin typeface="Arial"/>
                <a:ea typeface="Arial"/>
                <a:cs typeface="Arial"/>
              </a:defRPr>
            </a:lvl4pPr>
            <a:lvl5pPr>
              <a:defRPr sz="2100" b="0">
                <a:solidFill>
                  <a:srgbClr val="142A36"/>
                </a:solidFill>
                <a:latin typeface="Arial"/>
                <a:ea typeface="Arial"/>
                <a:cs typeface="Arial"/>
              </a:defRPr>
            </a:lvl5pPr>
            <a:lvl6pPr>
              <a:defRPr sz="2100" b="0">
                <a:solidFill>
                  <a:srgbClr val="142A36"/>
                </a:solidFill>
                <a:latin typeface="Arial"/>
                <a:ea typeface="Arial"/>
                <a:cs typeface="Arial"/>
              </a:defRPr>
            </a:lvl6pPr>
            <a:lvl7pPr>
              <a:defRPr sz="2100" b="0">
                <a:solidFill>
                  <a:srgbClr val="142A36"/>
                </a:solidFill>
                <a:latin typeface="Arial"/>
                <a:ea typeface="Arial"/>
                <a:cs typeface="Arial"/>
              </a:defRPr>
            </a:lvl7pPr>
            <a:lvl8pPr>
              <a:defRPr sz="2100" b="0">
                <a:solidFill>
                  <a:srgbClr val="142A36"/>
                </a:solidFill>
                <a:latin typeface="Arial"/>
                <a:ea typeface="Arial"/>
                <a:cs typeface="Arial"/>
              </a:defRPr>
            </a:lvl8pPr>
            <a:lvl9pPr>
              <a:defRPr sz="2100" b="0">
                <a:solidFill>
                  <a:srgbClr val="142A36"/>
                </a:solidFill>
                <a:latin typeface="Arial"/>
                <a:ea typeface="Arial"/>
                <a:cs typeface="Arial"/>
              </a:defRPr>
            </a:lvl9pPr>
          </a:lstStyle>
          <a:p xmlns:a="http://schemas.openxmlformats.org/drawingml/2006/main">
            <a:pPr>
              <a:defRPr sz="2100" b="0">
                <a:solidFill>
                  <a:srgbClr val="142A36"/>
                </a:solidFill>
                <a:latin typeface="Arial"/>
                <a:ea typeface="Arial"/>
                <a:cs typeface="Arial"/>
              </a:defRPr>
            </a:pPr>
            <a:r>
              <a:rPr sz="2100" b="0">
                <a:solidFill>
                  <a:srgbClr val="142A36"/>
                </a:solidFill>
                <a:latin typeface="Arial"/>
                <a:ea typeface="Arial"/>
                <a:cs typeface="Arial"/>
              </a:rPr>
              <a:t>Reported leakage: 2.2% validation / 2.4% holdout.</a:t>
            </a:r>
          </a:p>
          <a:p xmlns:a="http://schemas.openxmlformats.org/drawingml/2006/main">
            <a:pPr>
              <a:defRPr sz="2100" b="0">
                <a:solidFill>
                  <a:srgbClr val="142A36"/>
                </a:solidFill>
                <a:latin typeface="Arial"/>
                <a:ea typeface="Arial"/>
                <a:cs typeface="Arial"/>
              </a:defRPr>
            </a:pPr>
            <a:r>
              <a:rPr sz="2100" b="0">
                <a:solidFill>
                  <a:srgbClr val="142A36"/>
                </a:solidFill>
                <a:latin typeface="Arial"/>
                <a:ea typeface="Arial"/>
                <a:cs typeface="Arial"/>
              </a:rPr>
              <a:t>Raw split manifests and source licenses remain to be checked.</a:t>
            </a:r>
          </a:p>
        </p:txBody>
      </p:sp>
      <p:sp>
        <p:nvSpPr>
          <p:cNvPr id="8" name="mAP50: box-and-class precision across recall ">
            <a:extLst xmlns:a="http://schemas.openxmlformats.org/drawingml/2006/main">
              <a:ext uri="{FF2B5EF4-FFF2-40B4-BE49-F238E27FC236}">
                <a16:creationId xmlns:a16="http://schemas.microsoft.com/office/drawing/2014/main" id="{C53E6FBA-D877-4E61-B433-14D5F54B86A3}"/>
              </a:ext>
            </a:extLst>
          </p:cNvPr>
          <p:cNvSpPr>
            <a:spLocks xmlns:a="http://schemas.openxmlformats.org/drawingml/2006/main" noGrp="1"/>
          </p:cNvSpPr>
          <p:nvPr/>
        </p:nvSpPr>
        <p:spPr>
          <a:xfrm xmlns:a="http://schemas.openxmlformats.org/drawingml/2006/main">
            <a:off x="647700" y="5276850"/>
            <a:ext cx="108394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A36"/>
                </a:solidFill>
                <a:latin typeface="Arial"/>
                <a:ea typeface="Arial"/>
                <a:cs typeface="Arial"/>
              </a:defRPr>
            </a:defPPr>
            <a:lvl1pPr>
              <a:defRPr sz="1800" b="0">
                <a:solidFill>
                  <a:srgbClr val="142A36"/>
                </a:solidFill>
                <a:latin typeface="Arial"/>
                <a:ea typeface="Arial"/>
                <a:cs typeface="Arial"/>
              </a:defRPr>
            </a:lvl1pPr>
            <a:lvl2pPr>
              <a:defRPr sz="1800" b="0">
                <a:solidFill>
                  <a:srgbClr val="142A36"/>
                </a:solidFill>
                <a:latin typeface="Arial"/>
                <a:ea typeface="Arial"/>
                <a:cs typeface="Arial"/>
              </a:defRPr>
            </a:lvl2pPr>
            <a:lvl3pPr>
              <a:defRPr sz="1800" b="0">
                <a:solidFill>
                  <a:srgbClr val="142A36"/>
                </a:solidFill>
                <a:latin typeface="Arial"/>
                <a:ea typeface="Arial"/>
                <a:cs typeface="Arial"/>
              </a:defRPr>
            </a:lvl3pPr>
            <a:lvl4pPr>
              <a:defRPr sz="1800" b="0">
                <a:solidFill>
                  <a:srgbClr val="142A36"/>
                </a:solidFill>
                <a:latin typeface="Arial"/>
                <a:ea typeface="Arial"/>
                <a:cs typeface="Arial"/>
              </a:defRPr>
            </a:lvl4pPr>
            <a:lvl5pPr>
              <a:defRPr sz="1800" b="0">
                <a:solidFill>
                  <a:srgbClr val="142A36"/>
                </a:solidFill>
                <a:latin typeface="Arial"/>
                <a:ea typeface="Arial"/>
                <a:cs typeface="Arial"/>
              </a:defRPr>
            </a:lvl5pPr>
            <a:lvl6pPr>
              <a:defRPr sz="1800" b="0">
                <a:solidFill>
                  <a:srgbClr val="142A36"/>
                </a:solidFill>
                <a:latin typeface="Arial"/>
                <a:ea typeface="Arial"/>
                <a:cs typeface="Arial"/>
              </a:defRPr>
            </a:lvl6pPr>
            <a:lvl7pPr>
              <a:defRPr sz="1800" b="0">
                <a:solidFill>
                  <a:srgbClr val="142A36"/>
                </a:solidFill>
                <a:latin typeface="Arial"/>
                <a:ea typeface="Arial"/>
                <a:cs typeface="Arial"/>
              </a:defRPr>
            </a:lvl7pPr>
            <a:lvl8pPr>
              <a:defRPr sz="1800" b="0">
                <a:solidFill>
                  <a:srgbClr val="142A36"/>
                </a:solidFill>
                <a:latin typeface="Arial"/>
                <a:ea typeface="Arial"/>
                <a:cs typeface="Arial"/>
              </a:defRPr>
            </a:lvl8pPr>
            <a:lvl9pPr>
              <a:defRPr sz="1800" b="0">
                <a:solidFill>
                  <a:srgbClr val="142A36"/>
                </a:solidFill>
                <a:latin typeface="Arial"/>
                <a:ea typeface="Arial"/>
                <a:cs typeface="Arial"/>
              </a:defRPr>
            </a:lvl9pPr>
          </a:lstStyle>
          <a:p xmlns:a="http://schemas.openxmlformats.org/drawingml/2006/main">
            <a:pPr>
              <a:defRPr sz="1800" b="0">
                <a:solidFill>
                  <a:srgbClr val="142A36"/>
                </a:solidFill>
                <a:latin typeface="Arial"/>
                <a:ea typeface="Arial"/>
                <a:cs typeface="Arial"/>
              </a:defRPr>
            </a:pPr>
            <a:r>
              <a:rPr sz="1800" b="0">
                <a:solidFill>
                  <a:srgbClr val="142A36"/>
                </a:solidFill>
                <a:latin typeface="Arial"/>
                <a:ea typeface="Arial"/>
                <a:cs typeface="Arial"/>
              </a:rPr>
              <a:t>mAP50: box-and-class precision across recall at IoU 0.50.</a:t>
            </a:r>
          </a:p>
          <a:p xmlns:a="http://schemas.openxmlformats.org/drawingml/2006/main">
            <a:pPr>
              <a:defRPr sz="1800" b="0">
                <a:solidFill>
                  <a:srgbClr val="142A36"/>
                </a:solidFill>
                <a:latin typeface="Arial"/>
                <a:ea typeface="Arial"/>
                <a:cs typeface="Arial"/>
              </a:defRPr>
            </a:pPr>
            <a:r>
              <a:rPr sz="1800" b="0">
                <a:solidFill>
                  <a:srgbClr val="142A36"/>
                </a:solidFill>
                <a:latin typeface="Arial"/>
                <a:ea typeface="Arial"/>
                <a:cs typeface="Arial"/>
              </a:rPr>
              <a:t>mAP50–95: averages stricter overlap thresholds; image-presence F1 is a different task.</a:t>
            </a:r>
          </a:p>
        </p:txBody>
      </p:sp>
      <p:sp>
        <p:nvSpPr>
          <p:cNvPr id="9" name="Team-reported counts, not independently count">
            <a:extLst xmlns:a="http://schemas.openxmlformats.org/drawingml/2006/main">
              <a:ext uri="{FF2B5EF4-FFF2-40B4-BE49-F238E27FC236}">
                <a16:creationId xmlns:a16="http://schemas.microsoft.com/office/drawing/2014/main" id="{E2C315CA-8BD5-4A39-92D8-A52E3115D2EB}"/>
              </a:ext>
            </a:extLst>
          </p:cNvPr>
          <p:cNvSpPr>
            <a:spLocks xmlns:a="http://schemas.openxmlformats.org/drawingml/2006/main" noGrp="1"/>
          </p:cNvSpPr>
          <p:nvPr/>
        </p:nvSpPr>
        <p:spPr>
          <a:xfrm xmlns:a="http://schemas.openxmlformats.org/drawingml/2006/main">
            <a:off x="609600" y="61912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46D"/>
                </a:solidFill>
                <a:latin typeface="Arial"/>
                <a:ea typeface="Arial"/>
                <a:cs typeface="Arial"/>
              </a:defRPr>
            </a:defPPr>
            <a:lvl1pPr>
              <a:defRPr sz="1350" b="0">
                <a:solidFill>
                  <a:srgbClr val="52646D"/>
                </a:solidFill>
                <a:latin typeface="Arial"/>
                <a:ea typeface="Arial"/>
                <a:cs typeface="Arial"/>
              </a:defRPr>
            </a:lvl1pPr>
            <a:lvl2pPr>
              <a:defRPr sz="1350" b="0">
                <a:solidFill>
                  <a:srgbClr val="52646D"/>
                </a:solidFill>
                <a:latin typeface="Arial"/>
                <a:ea typeface="Arial"/>
                <a:cs typeface="Arial"/>
              </a:defRPr>
            </a:lvl2pPr>
            <a:lvl3pPr>
              <a:defRPr sz="1350" b="0">
                <a:solidFill>
                  <a:srgbClr val="52646D"/>
                </a:solidFill>
                <a:latin typeface="Arial"/>
                <a:ea typeface="Arial"/>
                <a:cs typeface="Arial"/>
              </a:defRPr>
            </a:lvl3pPr>
            <a:lvl4pPr>
              <a:defRPr sz="1350" b="0">
                <a:solidFill>
                  <a:srgbClr val="52646D"/>
                </a:solidFill>
                <a:latin typeface="Arial"/>
                <a:ea typeface="Arial"/>
                <a:cs typeface="Arial"/>
              </a:defRPr>
            </a:lvl4pPr>
            <a:lvl5pPr>
              <a:defRPr sz="1350" b="0">
                <a:solidFill>
                  <a:srgbClr val="52646D"/>
                </a:solidFill>
                <a:latin typeface="Arial"/>
                <a:ea typeface="Arial"/>
                <a:cs typeface="Arial"/>
              </a:defRPr>
            </a:lvl5pPr>
            <a:lvl6pPr>
              <a:defRPr sz="1350" b="0">
                <a:solidFill>
                  <a:srgbClr val="52646D"/>
                </a:solidFill>
                <a:latin typeface="Arial"/>
                <a:ea typeface="Arial"/>
                <a:cs typeface="Arial"/>
              </a:defRPr>
            </a:lvl6pPr>
            <a:lvl7pPr>
              <a:defRPr sz="1350" b="0">
                <a:solidFill>
                  <a:srgbClr val="52646D"/>
                </a:solidFill>
                <a:latin typeface="Arial"/>
                <a:ea typeface="Arial"/>
                <a:cs typeface="Arial"/>
              </a:defRPr>
            </a:lvl7pPr>
            <a:lvl8pPr>
              <a:defRPr sz="1350" b="0">
                <a:solidFill>
                  <a:srgbClr val="52646D"/>
                </a:solidFill>
                <a:latin typeface="Arial"/>
                <a:ea typeface="Arial"/>
                <a:cs typeface="Arial"/>
              </a:defRPr>
            </a:lvl8pPr>
            <a:lvl9pPr>
              <a:defRPr sz="1350" b="0">
                <a:solidFill>
                  <a:srgbClr val="52646D"/>
                </a:solidFill>
                <a:latin typeface="Arial"/>
                <a:ea typeface="Arial"/>
                <a:cs typeface="Arial"/>
              </a:defRPr>
            </a:lvl9pPr>
          </a:lstStyle>
          <a:p xmlns:a="http://schemas.openxmlformats.org/drawingml/2006/main">
            <a:pPr>
              <a:defRPr sz="1350" b="0">
                <a:solidFill>
                  <a:srgbClr val="52646D"/>
                </a:solidFill>
                <a:latin typeface="Arial"/>
                <a:ea typeface="Arial"/>
                <a:cs typeface="Arial"/>
              </a:defRPr>
            </a:pPr>
            <a:r>
              <a:rPr sz="1350" b="0">
                <a:solidFill>
                  <a:srgbClr val="52646D"/>
                </a:solidFill>
                <a:latin typeface="Arial"/>
                <a:ea typeface="Arial"/>
                <a:cs typeface="Arial"/>
              </a:rPr>
              <a:t>Team-reported counts, not independently counted; extra sources and ablations do not share one universal training total.</a:t>
            </a:r>
          </a:p>
        </p:txBody>
      </p:sp>
      <p:sp>
        <p:nvSpPr>
          <p:cNvPr id="10" name="08">
            <a:extLst xmlns:a="http://schemas.openxmlformats.org/drawingml/2006/main">
              <a:ext uri="{FF2B5EF4-FFF2-40B4-BE49-F238E27FC236}">
                <a16:creationId xmlns:a16="http://schemas.microsoft.com/office/drawing/2014/main" id="{BE39F093-5BFB-4BE2-A5C9-BF517094C6DD}"/>
              </a:ext>
            </a:extLst>
          </p:cNvPr>
          <p:cNvSpPr>
            <a:spLocks xmlns:a="http://schemas.openxmlformats.org/drawingml/2006/main" noGrp="1"/>
          </p:cNvSpPr>
          <p:nvPr/>
        </p:nvSpPr>
        <p:spPr>
          <a:xfrm xmlns:a="http://schemas.openxmlformats.org/drawingml/2006/main">
            <a:off x="11353800" y="62484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46D"/>
                </a:solidFill>
                <a:latin typeface="Arial"/>
                <a:ea typeface="Arial"/>
                <a:cs typeface="Arial"/>
              </a:defRPr>
            </a:defPPr>
            <a:lvl1pPr>
              <a:defRPr sz="1275" b="0">
                <a:solidFill>
                  <a:srgbClr val="52646D"/>
                </a:solidFill>
                <a:latin typeface="Arial"/>
                <a:ea typeface="Arial"/>
                <a:cs typeface="Arial"/>
              </a:defRPr>
            </a:lvl1pPr>
            <a:lvl2pPr>
              <a:defRPr sz="1275" b="0">
                <a:solidFill>
                  <a:srgbClr val="52646D"/>
                </a:solidFill>
                <a:latin typeface="Arial"/>
                <a:ea typeface="Arial"/>
                <a:cs typeface="Arial"/>
              </a:defRPr>
            </a:lvl2pPr>
            <a:lvl3pPr>
              <a:defRPr sz="1275" b="0">
                <a:solidFill>
                  <a:srgbClr val="52646D"/>
                </a:solidFill>
                <a:latin typeface="Arial"/>
                <a:ea typeface="Arial"/>
                <a:cs typeface="Arial"/>
              </a:defRPr>
            </a:lvl3pPr>
            <a:lvl4pPr>
              <a:defRPr sz="1275" b="0">
                <a:solidFill>
                  <a:srgbClr val="52646D"/>
                </a:solidFill>
                <a:latin typeface="Arial"/>
                <a:ea typeface="Arial"/>
                <a:cs typeface="Arial"/>
              </a:defRPr>
            </a:lvl4pPr>
            <a:lvl5pPr>
              <a:defRPr sz="1275" b="0">
                <a:solidFill>
                  <a:srgbClr val="52646D"/>
                </a:solidFill>
                <a:latin typeface="Arial"/>
                <a:ea typeface="Arial"/>
                <a:cs typeface="Arial"/>
              </a:defRPr>
            </a:lvl5pPr>
            <a:lvl6pPr>
              <a:defRPr sz="1275" b="0">
                <a:solidFill>
                  <a:srgbClr val="52646D"/>
                </a:solidFill>
                <a:latin typeface="Arial"/>
                <a:ea typeface="Arial"/>
                <a:cs typeface="Arial"/>
              </a:defRPr>
            </a:lvl6pPr>
            <a:lvl7pPr>
              <a:defRPr sz="1275" b="0">
                <a:solidFill>
                  <a:srgbClr val="52646D"/>
                </a:solidFill>
                <a:latin typeface="Arial"/>
                <a:ea typeface="Arial"/>
                <a:cs typeface="Arial"/>
              </a:defRPr>
            </a:lvl7pPr>
            <a:lvl8pPr>
              <a:defRPr sz="1275" b="0">
                <a:solidFill>
                  <a:srgbClr val="52646D"/>
                </a:solidFill>
                <a:latin typeface="Arial"/>
                <a:ea typeface="Arial"/>
                <a:cs typeface="Arial"/>
              </a:defRPr>
            </a:lvl8pPr>
            <a:lvl9pPr>
              <a:defRPr sz="1275" b="0">
                <a:solidFill>
                  <a:srgbClr val="52646D"/>
                </a:solidFill>
                <a:latin typeface="Arial"/>
                <a:ea typeface="Arial"/>
                <a:cs typeface="Arial"/>
              </a:defRPr>
            </a:lvl9pPr>
          </a:lstStyle>
          <a:p xmlns:a="http://schemas.openxmlformats.org/drawingml/2006/main">
            <a:pPr>
              <a:defRPr sz="1275" b="0">
                <a:solidFill>
                  <a:srgbClr val="52646D"/>
                </a:solidFill>
                <a:latin typeface="Arial"/>
                <a:ea typeface="Arial"/>
                <a:cs typeface="Arial"/>
              </a:defRPr>
            </a:pPr>
            <a:r>
              <a:rPr sz="1275" b="0">
                <a:solidFill>
                  <a:srgbClr val="52646D"/>
                </a:solidFill>
                <a:latin typeface="Arial"/>
                <a:ea typeface="Arial"/>
                <a:cs typeface="Arial"/>
              </a:rPr>
              <a:t>08</a:t>
            </a:r>
          </a:p>
        </p:txBody>
      </p:sp>
    </p:spTree>
    <p:extLst>
      <p:ext uri="{BB962C8B-B14F-4D97-AF65-F5344CB8AC3E}">
        <p14:creationId xmlns:p14="http://schemas.microsoft.com/office/powerpoint/2010/main" val="13638140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8274BE-C0CE-4599-88B7-CD6316637E43}"/>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22631"/>
                </a:solidFill>
                <a:latin typeface="Arial"/>
                <a:ea typeface="Arial"/>
                <a:cs typeface="Arial"/>
              </a:defRPr>
            </a:defPPr>
            <a:lvl1pPr>
              <a:buNone/>
              <a:defRPr sz="3300" b="1">
                <a:solidFill>
                  <a:srgbClr val="122631"/>
                </a:solidFill>
                <a:latin typeface="Arial"/>
                <a:ea typeface="Arial"/>
                <a:cs typeface="Arial"/>
              </a:defRPr>
            </a:lvl1pPr>
            <a:lvl2pPr>
              <a:buNone/>
              <a:defRPr sz="3300" b="1">
                <a:solidFill>
                  <a:srgbClr val="122631"/>
                </a:solidFill>
                <a:latin typeface="Arial"/>
                <a:ea typeface="Arial"/>
                <a:cs typeface="Arial"/>
              </a:defRPr>
            </a:lvl2pPr>
            <a:lvl3pPr>
              <a:buNone/>
              <a:defRPr sz="3300" b="1">
                <a:solidFill>
                  <a:srgbClr val="122631"/>
                </a:solidFill>
                <a:latin typeface="Arial"/>
                <a:ea typeface="Arial"/>
                <a:cs typeface="Arial"/>
              </a:defRPr>
            </a:lvl3pPr>
            <a:lvl4pPr>
              <a:buNone/>
              <a:defRPr sz="3300" b="1">
                <a:solidFill>
                  <a:srgbClr val="122631"/>
                </a:solidFill>
                <a:latin typeface="Arial"/>
                <a:ea typeface="Arial"/>
                <a:cs typeface="Arial"/>
              </a:defRPr>
            </a:lvl4pPr>
            <a:lvl5pPr>
              <a:buNone/>
              <a:defRPr sz="3300" b="1">
                <a:solidFill>
                  <a:srgbClr val="122631"/>
                </a:solidFill>
                <a:latin typeface="Arial"/>
                <a:ea typeface="Arial"/>
                <a:cs typeface="Arial"/>
              </a:defRPr>
            </a:lvl5pPr>
            <a:lvl6pPr>
              <a:buNone/>
              <a:defRPr sz="3300" b="1">
                <a:solidFill>
                  <a:srgbClr val="122631"/>
                </a:solidFill>
                <a:latin typeface="Arial"/>
                <a:ea typeface="Arial"/>
                <a:cs typeface="Arial"/>
              </a:defRPr>
            </a:lvl6pPr>
            <a:lvl7pPr>
              <a:buNone/>
              <a:defRPr sz="3300" b="1">
                <a:solidFill>
                  <a:srgbClr val="122631"/>
                </a:solidFill>
                <a:latin typeface="Arial"/>
                <a:ea typeface="Arial"/>
                <a:cs typeface="Arial"/>
              </a:defRPr>
            </a:lvl7pPr>
            <a:lvl8pPr>
              <a:buNone/>
              <a:defRPr sz="3300" b="1">
                <a:solidFill>
                  <a:srgbClr val="122631"/>
                </a:solidFill>
                <a:latin typeface="Arial"/>
                <a:ea typeface="Arial"/>
                <a:cs typeface="Arial"/>
              </a:defRPr>
            </a:lvl8pPr>
            <a:lvl9pPr>
              <a:buNone/>
              <a:defRPr sz="3300" b="1">
                <a:solidFill>
                  <a:srgbClr val="122631"/>
                </a:solidFill>
                <a:latin typeface="Arial"/>
                <a:ea typeface="Arial"/>
                <a:cs typeface="Arial"/>
              </a:defRPr>
            </a:lvl9pPr>
          </a:lstStyle>
          <a:p xmlns:a="http://schemas.openxmlformats.org/drawingml/2006/main">
            <a:pPr>
              <a:buNone/>
              <a:defRPr sz="3225" b="1">
                <a:solidFill>
                  <a:srgbClr val="122631"/>
                </a:solidFill>
                <a:latin typeface="Arial"/>
                <a:ea typeface="Arial"/>
                <a:cs typeface="Arial"/>
              </a:defRPr>
            </a:pPr>
            <a:r>
              <a:rPr sz="3225" b="1">
                <a:solidFill>
                  <a:srgbClr val="122631"/>
                </a:solidFill>
                <a:latin typeface="Arial"/>
                <a:ea typeface="Arial"/>
                <a:cs typeface="Arial"/>
              </a:rPr>
              <a:t>Appendix · Baseline and model size</a:t>
            </a:r>
          </a:p>
        </p:txBody>
      </p:sp>
      <p:graphicFrame>
        <p:nvGraphicFramePr>
          <p:cNvPr id="2" name="">
            <a:extLst xmlns:a="http://schemas.openxmlformats.org/drawingml/2006/main">
              <a:ext uri="{FF2B5EF4-FFF2-40B4-BE49-F238E27FC236}">
                <a16:creationId xmlns:a16="http://schemas.microsoft.com/office/drawing/2014/main" id="{EDF58050-972F-4F93-89E5-9E280EBBBFDE}"/>
              </a:ext>
            </a:extLst>
          </p:cNvPr>
          <p:cNvGraphicFramePr/>
          <p:nvPr/>
        </p:nvGraphicFramePr>
        <p:xfrm>
          <a:off xmlns:a="http://schemas.openxmlformats.org/drawingml/2006/main" x="666750" y="1619250"/>
          <a:ext xmlns:a="http://schemas.openxmlformats.org/drawingml/2006/main" cx="10858500" cy="2000250"/>
        </p:xfrm>
        <a:graphic xmlns:a="http://schemas.openxmlformats.org/drawingml/2006/main">
          <a:graphicData uri="http://schemas.openxmlformats.org/drawingml/2006/table">
            <a:tbl>
              <a:tblPr firstRow="1" bandRow="1"/>
              <a:tblGrid>
                <a:gridCol w="5143500"/>
                <a:gridCol w="2857500"/>
                <a:gridCol w="2857500"/>
              </a:tblGrid>
              <a:tr h="666750">
                <a:tc>
                  <a:txBody>
                    <a:bodyPr/>
                    <a:lstStyle/>
                    <a:p>
                      <a:r>
                        <a:rPr sz="1725" b="1">
                          <a:solidFill>
                            <a:srgbClr val="FFFFFF"/>
                          </a:solidFill>
                          <a:latin typeface="Arial"/>
                          <a:ea typeface="Arial"/>
                          <a:cs typeface="Arial"/>
                        </a:rPr>
                        <a:t>E1 image presence</a:t>
                      </a:r>
                    </a:p>
                  </a:txBody>
                  <a:tcPr marL="114300" marR="114300" marT="95250" marB="95250">
                    <a:lnL w="9525">
                      <a:solidFill>
                        <a:srgbClr val="D9E1E5"/>
                      </a:solidFill>
                      <a:prstDash val="solid"/>
                    </a:lnL>
                    <a:lnR w="9525">
                      <a:solidFill>
                        <a:srgbClr val="D9E1E5"/>
                      </a:solidFill>
                      <a:prstDash val="solid"/>
                    </a:lnR>
                    <a:lnT w="9525">
                      <a:solidFill>
                        <a:srgbClr val="D9E1E5"/>
                      </a:solidFill>
                      <a:prstDash val="solid"/>
                    </a:lnT>
                    <a:lnB w="9525">
                      <a:solidFill>
                        <a:srgbClr val="D9E1E5"/>
                      </a:solidFill>
                      <a:prstDash val="solid"/>
                    </a:lnB>
                    <a:solidFill>
                      <a:srgbClr val="142A36"/>
                    </a:solidFill>
                  </a:tcPr>
                </a:tc>
                <a:tc>
                  <a:txBody>
                    <a:bodyPr/>
                    <a:lstStyle/>
                    <a:p>
                      <a:r>
                        <a:rPr sz="1725" b="1">
                          <a:solidFill>
                            <a:srgbClr val="FFFFFF"/>
                          </a:solidFill>
                          <a:latin typeface="Arial"/>
                          <a:ea typeface="Arial"/>
                          <a:cs typeface="Arial"/>
                        </a:rPr>
                        <a:t>Any damage F1</a:t>
                      </a:r>
                    </a:p>
                  </a:txBody>
                  <a:tcPr marL="114300" marR="114300" marT="95250" marB="95250">
                    <a:lnR w="9525">
                      <a:solidFill>
                        <a:srgbClr val="D9E1E5"/>
                      </a:solidFill>
                      <a:prstDash val="solid"/>
                    </a:lnR>
                    <a:lnT w="9525">
                      <a:solidFill>
                        <a:srgbClr val="D9E1E5"/>
                      </a:solidFill>
                      <a:prstDash val="solid"/>
                    </a:lnT>
                    <a:lnB w="9525">
                      <a:solidFill>
                        <a:srgbClr val="D9E1E5"/>
                      </a:solidFill>
                      <a:prstDash val="solid"/>
                    </a:lnB>
                    <a:solidFill>
                      <a:srgbClr val="142A36"/>
                    </a:solidFill>
                  </a:tcPr>
                </a:tc>
                <a:tc>
                  <a:txBody>
                    <a:bodyPr/>
                    <a:lstStyle/>
                    <a:p>
                      <a:r>
                        <a:rPr sz="1725" b="1">
                          <a:solidFill>
                            <a:srgbClr val="FFFFFF"/>
                          </a:solidFill>
                          <a:latin typeface="Arial"/>
                          <a:ea typeface="Arial"/>
                          <a:cs typeface="Arial"/>
                        </a:rPr>
                        <a:t>Image accuracy</a:t>
                      </a:r>
                    </a:p>
                  </a:txBody>
                  <a:tcPr marL="114300" marR="114300" marT="95250" marB="95250">
                    <a:lnR w="9525">
                      <a:solidFill>
                        <a:srgbClr val="D9E1E5"/>
                      </a:solidFill>
                      <a:prstDash val="solid"/>
                    </a:lnR>
                    <a:lnT w="9525">
                      <a:solidFill>
                        <a:srgbClr val="D9E1E5"/>
                      </a:solidFill>
                      <a:prstDash val="solid"/>
                    </a:lnT>
                    <a:lnB w="9525">
                      <a:solidFill>
                        <a:srgbClr val="D9E1E5"/>
                      </a:solidFill>
                      <a:prstDash val="solid"/>
                    </a:lnB>
                    <a:solidFill>
                      <a:srgbClr val="142A36"/>
                    </a:solidFill>
                  </a:tcPr>
                </a:tc>
              </a:tr>
              <a:tr h="666750">
                <a:tc>
                  <a:txBody>
                    <a:bodyPr/>
                    <a:lstStyle/>
                    <a:p>
                      <a:r>
                        <a:rPr sz="1725">
                          <a:solidFill>
                            <a:srgbClr val="122631"/>
                          </a:solidFill>
                          <a:latin typeface="Arial"/>
                          <a:ea typeface="Arial"/>
                          <a:cs typeface="Arial"/>
                        </a:rPr>
                        <a:t>ResNet18 baseline</a:t>
                      </a:r>
                    </a:p>
                  </a:txBody>
                  <a:tcPr marL="114300" marR="114300" marT="95250" marB="95250">
                    <a:lnL w="9525">
                      <a:solidFill>
                        <a:srgbClr val="D9E1E5"/>
                      </a:solidFill>
                      <a:prstDash val="solid"/>
                    </a:lnL>
                    <a:lnR w="9525">
                      <a:solidFill>
                        <a:srgbClr val="D9E1E5"/>
                      </a:solidFill>
                      <a:prstDash val="solid"/>
                    </a:lnR>
                    <a:lnB w="9525">
                      <a:solidFill>
                        <a:srgbClr val="D9E1E5"/>
                      </a:solidFill>
                      <a:prstDash val="solid"/>
                    </a:lnB>
                  </a:tcPr>
                </a:tc>
                <a:tc>
                  <a:txBody>
                    <a:bodyPr/>
                    <a:lstStyle/>
                    <a:p>
                      <a:r>
                        <a:rPr sz="1725">
                          <a:solidFill>
                            <a:srgbClr val="122631"/>
                          </a:solidFill>
                          <a:latin typeface="Arial"/>
                          <a:ea typeface="Arial"/>
                          <a:cs typeface="Arial"/>
                        </a:rPr>
                        <a:t>0.893</a:t>
                      </a:r>
                    </a:p>
                  </a:txBody>
                  <a:tcPr marL="114300" marR="114300" marT="95250" marB="95250">
                    <a:lnR w="9525">
                      <a:solidFill>
                        <a:srgbClr val="D9E1E5"/>
                      </a:solidFill>
                      <a:prstDash val="solid"/>
                    </a:lnR>
                    <a:lnB w="9525">
                      <a:solidFill>
                        <a:srgbClr val="D9E1E5"/>
                      </a:solidFill>
                      <a:prstDash val="solid"/>
                    </a:lnB>
                  </a:tcPr>
                </a:tc>
                <a:tc>
                  <a:txBody>
                    <a:bodyPr/>
                    <a:lstStyle/>
                    <a:p>
                      <a:r>
                        <a:rPr sz="1725">
                          <a:solidFill>
                            <a:srgbClr val="122631"/>
                          </a:solidFill>
                          <a:latin typeface="Arial"/>
                          <a:ea typeface="Arial"/>
                          <a:cs typeface="Arial"/>
                        </a:rPr>
                        <a:t>0.869</a:t>
                      </a:r>
                    </a:p>
                  </a:txBody>
                  <a:tcPr marL="114300" marR="114300" marT="95250" marB="95250">
                    <a:lnR w="9525">
                      <a:solidFill>
                        <a:srgbClr val="D9E1E5"/>
                      </a:solidFill>
                      <a:prstDash val="solid"/>
                    </a:lnR>
                    <a:lnB w="9525">
                      <a:solidFill>
                        <a:srgbClr val="D9E1E5"/>
                      </a:solidFill>
                      <a:prstDash val="solid"/>
                    </a:lnB>
                  </a:tcPr>
                </a:tc>
              </a:tr>
              <a:tr h="666750">
                <a:tc>
                  <a:txBody>
                    <a:bodyPr/>
                    <a:lstStyle/>
                    <a:p>
                      <a:r>
                        <a:rPr sz="1725">
                          <a:solidFill>
                            <a:srgbClr val="122631"/>
                          </a:solidFill>
                          <a:latin typeface="Arial"/>
                          <a:ea typeface="Arial"/>
                          <a:cs typeface="Arial"/>
                        </a:rPr>
                        <a:t>Main YOLO26s</a:t>
                      </a:r>
                    </a:p>
                  </a:txBody>
                  <a:tcPr marL="114300" marR="114300" marT="95250" marB="95250">
                    <a:lnL w="9525">
                      <a:solidFill>
                        <a:srgbClr val="D9E1E5"/>
                      </a:solidFill>
                      <a:prstDash val="solid"/>
                    </a:lnL>
                    <a:lnR w="9525">
                      <a:solidFill>
                        <a:srgbClr val="D9E1E5"/>
                      </a:solidFill>
                      <a:prstDash val="solid"/>
                    </a:lnR>
                    <a:lnB w="9525">
                      <a:solidFill>
                        <a:srgbClr val="D9E1E5"/>
                      </a:solidFill>
                      <a:prstDash val="solid"/>
                    </a:lnB>
                  </a:tcPr>
                </a:tc>
                <a:tc>
                  <a:txBody>
                    <a:bodyPr/>
                    <a:lstStyle/>
                    <a:p>
                      <a:r>
                        <a:rPr sz="1725">
                          <a:solidFill>
                            <a:srgbClr val="122631"/>
                          </a:solidFill>
                          <a:latin typeface="Arial"/>
                          <a:ea typeface="Arial"/>
                          <a:cs typeface="Arial"/>
                        </a:rPr>
                        <a:t>0.929</a:t>
                      </a:r>
                    </a:p>
                  </a:txBody>
                  <a:tcPr marL="114300" marR="114300" marT="95250" marB="95250">
                    <a:lnR w="9525">
                      <a:solidFill>
                        <a:srgbClr val="D9E1E5"/>
                      </a:solidFill>
                      <a:prstDash val="solid"/>
                    </a:lnR>
                    <a:lnB w="9525">
                      <a:solidFill>
                        <a:srgbClr val="D9E1E5"/>
                      </a:solidFill>
                      <a:prstDash val="solid"/>
                    </a:lnB>
                  </a:tcPr>
                </a:tc>
                <a:tc>
                  <a:txBody>
                    <a:bodyPr/>
                    <a:lstStyle/>
                    <a:p>
                      <a:r>
                        <a:rPr sz="1725">
                          <a:solidFill>
                            <a:srgbClr val="122631"/>
                          </a:solidFill>
                          <a:latin typeface="Arial"/>
                          <a:ea typeface="Arial"/>
                          <a:cs typeface="Arial"/>
                        </a:rPr>
                        <a:t>0.913</a:t>
                      </a:r>
                    </a:p>
                  </a:txBody>
                  <a:tcPr marL="114300" marR="114300" marT="95250" marB="95250">
                    <a:lnR w="9525">
                      <a:solidFill>
                        <a:srgbClr val="D9E1E5"/>
                      </a:solidFill>
                      <a:prstDash val="solid"/>
                    </a:lnR>
                    <a:lnB w="9525">
                      <a:solidFill>
                        <a:srgbClr val="D9E1E5"/>
                      </a:solidFill>
                      <a:prstDash val="solid"/>
                    </a:lnB>
                  </a:tcPr>
                </a:tc>
              </a:tr>
            </a:tbl>
          </a:graphicData>
        </a:graphic>
      </p:graphicFrame>
      <p:sp>
        <p:nvSpPr>
          <p:cNvPr id="3" name="">
            <a:extLst xmlns:a="http://schemas.openxmlformats.org/drawingml/2006/main">
              <a:ext uri="{FF2B5EF4-FFF2-40B4-BE49-F238E27FC236}">
                <a16:creationId xmlns:a16="http://schemas.microsoft.com/office/drawing/2014/main" id="{444AADD1-1D01-4DAD-966D-22982F89440E}"/>
              </a:ext>
            </a:extLst>
          </p:cNvPr>
          <p:cNvSpPr>
            <a:spLocks xmlns:a="http://schemas.openxmlformats.org/drawingml/2006/main" noGrp="1"/>
          </p:cNvSpPr>
          <p:nvPr/>
        </p:nvSpPr>
        <p:spPr>
          <a:xfrm xmlns:a="http://schemas.openxmlformats.org/drawingml/2006/main">
            <a:off x="666750" y="40005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6C73"/>
                </a:solidFill>
                <a:latin typeface="Arial"/>
                <a:ea typeface="Arial"/>
                <a:cs typeface="Arial"/>
              </a:defRPr>
            </a:defPPr>
            <a:lvl1pPr>
              <a:buNone/>
              <a:defRPr sz="2400" b="1">
                <a:solidFill>
                  <a:srgbClr val="126C73"/>
                </a:solidFill>
                <a:latin typeface="Arial"/>
                <a:ea typeface="Arial"/>
                <a:cs typeface="Arial"/>
              </a:defRPr>
            </a:lvl1pPr>
            <a:lvl2pPr>
              <a:buNone/>
              <a:defRPr sz="2400" b="1">
                <a:solidFill>
                  <a:srgbClr val="126C73"/>
                </a:solidFill>
                <a:latin typeface="Arial"/>
                <a:ea typeface="Arial"/>
                <a:cs typeface="Arial"/>
              </a:defRPr>
            </a:lvl2pPr>
            <a:lvl3pPr>
              <a:buNone/>
              <a:defRPr sz="2400" b="1">
                <a:solidFill>
                  <a:srgbClr val="126C73"/>
                </a:solidFill>
                <a:latin typeface="Arial"/>
                <a:ea typeface="Arial"/>
                <a:cs typeface="Arial"/>
              </a:defRPr>
            </a:lvl3pPr>
            <a:lvl4pPr>
              <a:buNone/>
              <a:defRPr sz="2400" b="1">
                <a:solidFill>
                  <a:srgbClr val="126C73"/>
                </a:solidFill>
                <a:latin typeface="Arial"/>
                <a:ea typeface="Arial"/>
                <a:cs typeface="Arial"/>
              </a:defRPr>
            </a:lvl4pPr>
            <a:lvl5pPr>
              <a:buNone/>
              <a:defRPr sz="2400" b="1">
                <a:solidFill>
                  <a:srgbClr val="126C73"/>
                </a:solidFill>
                <a:latin typeface="Arial"/>
                <a:ea typeface="Arial"/>
                <a:cs typeface="Arial"/>
              </a:defRPr>
            </a:lvl5pPr>
            <a:lvl6pPr>
              <a:buNone/>
              <a:defRPr sz="2400" b="1">
                <a:solidFill>
                  <a:srgbClr val="126C73"/>
                </a:solidFill>
                <a:latin typeface="Arial"/>
                <a:ea typeface="Arial"/>
                <a:cs typeface="Arial"/>
              </a:defRPr>
            </a:lvl6pPr>
            <a:lvl7pPr>
              <a:buNone/>
              <a:defRPr sz="2400" b="1">
                <a:solidFill>
                  <a:srgbClr val="126C73"/>
                </a:solidFill>
                <a:latin typeface="Arial"/>
                <a:ea typeface="Arial"/>
                <a:cs typeface="Arial"/>
              </a:defRPr>
            </a:lvl7pPr>
            <a:lvl8pPr>
              <a:buNone/>
              <a:defRPr sz="2400" b="1">
                <a:solidFill>
                  <a:srgbClr val="126C73"/>
                </a:solidFill>
                <a:latin typeface="Arial"/>
                <a:ea typeface="Arial"/>
                <a:cs typeface="Arial"/>
              </a:defRPr>
            </a:lvl8pPr>
            <a:lvl9pPr>
              <a:buNone/>
              <a:defRPr sz="2400" b="1">
                <a:solidFill>
                  <a:srgbClr val="126C73"/>
                </a:solidFill>
                <a:latin typeface="Arial"/>
                <a:ea typeface="Arial"/>
                <a:cs typeface="Arial"/>
              </a:defRPr>
            </a:lvl9pPr>
          </a:lstStyle>
          <a:p xmlns:a="http://schemas.openxmlformats.org/drawingml/2006/main">
            <a:pPr>
              <a:buNone/>
              <a:defRPr sz="2400" b="1">
                <a:solidFill>
                  <a:srgbClr val="126C73"/>
                </a:solidFill>
                <a:latin typeface="Arial"/>
                <a:ea typeface="Arial"/>
                <a:cs typeface="Arial"/>
              </a:defRPr>
            </a:pPr>
            <a:r>
              <a:rPr sz="2400" b="1">
                <a:solidFill>
                  <a:srgbClr val="126C73"/>
                </a:solidFill>
                <a:latin typeface="Arial"/>
                <a:ea typeface="Arial"/>
                <a:cs typeface="Arial"/>
              </a:rPr>
              <a:t>E2   Small: 59.43% mAP50    Nano: 55.99%</a:t>
            </a:r>
          </a:p>
        </p:txBody>
      </p:sp>
      <p:sp>
        <p:nvSpPr>
          <p:cNvPr id="4" name="">
            <a:extLst xmlns:a="http://schemas.openxmlformats.org/drawingml/2006/main">
              <a:ext uri="{FF2B5EF4-FFF2-40B4-BE49-F238E27FC236}">
                <a16:creationId xmlns:a16="http://schemas.microsoft.com/office/drawing/2014/main" id="{A4275F4D-3EA1-4D3B-B99C-E58AA5836381}"/>
              </a:ext>
            </a:extLst>
          </p:cNvPr>
          <p:cNvSpPr>
            <a:spLocks xmlns:a="http://schemas.openxmlformats.org/drawingml/2006/main" noGrp="1"/>
          </p:cNvSpPr>
          <p:nvPr/>
        </p:nvSpPr>
        <p:spPr>
          <a:xfrm xmlns:a="http://schemas.openxmlformats.org/drawingml/2006/main">
            <a:off x="666750" y="48577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2631"/>
                </a:solidFill>
                <a:latin typeface="Arial"/>
                <a:ea typeface="Arial"/>
                <a:cs typeface="Arial"/>
              </a:defRPr>
            </a:defPPr>
            <a:lvl1pPr>
              <a:buNone/>
              <a:defRPr sz="2025" b="0">
                <a:solidFill>
                  <a:srgbClr val="122631"/>
                </a:solidFill>
                <a:latin typeface="Arial"/>
                <a:ea typeface="Arial"/>
                <a:cs typeface="Arial"/>
              </a:defRPr>
            </a:lvl1pPr>
            <a:lvl2pPr>
              <a:buNone/>
              <a:defRPr sz="2025" b="0">
                <a:solidFill>
                  <a:srgbClr val="122631"/>
                </a:solidFill>
                <a:latin typeface="Arial"/>
                <a:ea typeface="Arial"/>
                <a:cs typeface="Arial"/>
              </a:defRPr>
            </a:lvl2pPr>
            <a:lvl3pPr>
              <a:buNone/>
              <a:defRPr sz="2025" b="0">
                <a:solidFill>
                  <a:srgbClr val="122631"/>
                </a:solidFill>
                <a:latin typeface="Arial"/>
                <a:ea typeface="Arial"/>
                <a:cs typeface="Arial"/>
              </a:defRPr>
            </a:lvl3pPr>
            <a:lvl4pPr>
              <a:buNone/>
              <a:defRPr sz="2025" b="0">
                <a:solidFill>
                  <a:srgbClr val="122631"/>
                </a:solidFill>
                <a:latin typeface="Arial"/>
                <a:ea typeface="Arial"/>
                <a:cs typeface="Arial"/>
              </a:defRPr>
            </a:lvl4pPr>
            <a:lvl5pPr>
              <a:buNone/>
              <a:defRPr sz="2025" b="0">
                <a:solidFill>
                  <a:srgbClr val="122631"/>
                </a:solidFill>
                <a:latin typeface="Arial"/>
                <a:ea typeface="Arial"/>
                <a:cs typeface="Arial"/>
              </a:defRPr>
            </a:lvl5pPr>
            <a:lvl6pPr>
              <a:buNone/>
              <a:defRPr sz="2025" b="0">
                <a:solidFill>
                  <a:srgbClr val="122631"/>
                </a:solidFill>
                <a:latin typeface="Arial"/>
                <a:ea typeface="Arial"/>
                <a:cs typeface="Arial"/>
              </a:defRPr>
            </a:lvl6pPr>
            <a:lvl7pPr>
              <a:buNone/>
              <a:defRPr sz="2025" b="0">
                <a:solidFill>
                  <a:srgbClr val="122631"/>
                </a:solidFill>
                <a:latin typeface="Arial"/>
                <a:ea typeface="Arial"/>
                <a:cs typeface="Arial"/>
              </a:defRPr>
            </a:lvl7pPr>
            <a:lvl8pPr>
              <a:buNone/>
              <a:defRPr sz="2025" b="0">
                <a:solidFill>
                  <a:srgbClr val="122631"/>
                </a:solidFill>
                <a:latin typeface="Arial"/>
                <a:ea typeface="Arial"/>
                <a:cs typeface="Arial"/>
              </a:defRPr>
            </a:lvl8pPr>
            <a:lvl9pPr>
              <a:buNone/>
              <a:defRPr sz="2025" b="0">
                <a:solidFill>
                  <a:srgbClr val="122631"/>
                </a:solidFill>
                <a:latin typeface="Arial"/>
                <a:ea typeface="Arial"/>
                <a:cs typeface="Arial"/>
              </a:defRPr>
            </a:lvl9pPr>
          </a:lstStyle>
          <a:p xmlns:a="http://schemas.openxmlformats.org/drawingml/2006/main">
            <a:pPr>
              <a:buNone/>
              <a:defRPr sz="2025" b="0">
                <a:solidFill>
                  <a:srgbClr val="122631"/>
                </a:solidFill>
                <a:latin typeface="Arial"/>
                <a:ea typeface="Arial"/>
                <a:cs typeface="Arial"/>
              </a:defRPr>
            </a:pPr>
            <a:r>
              <a:rPr sz="2025" b="0">
                <a:solidFill>
                  <a:srgbClr val="122631"/>
                </a:solidFill>
                <a:latin typeface="Arial"/>
                <a:ea typeface="Arial"/>
                <a:cs typeface="Arial"/>
              </a:rPr>
              <a:t>Nano was faster in a limited local synthetic diagnostic;</a:t>
            </a:r>
          </a:p>
          <a:p xmlns:a="http://schemas.openxmlformats.org/drawingml/2006/main">
            <a:pPr>
              <a:buNone/>
              <a:defRPr sz="2025" b="0">
                <a:solidFill>
                  <a:srgbClr val="122631"/>
                </a:solidFill>
                <a:latin typeface="Arial"/>
                <a:ea typeface="Arial"/>
                <a:cs typeface="Arial"/>
              </a:defRPr>
            </a:pPr>
            <a:r>
              <a:rPr sz="2025" b="0">
                <a:solidFill>
                  <a:srgbClr val="122631"/>
                </a:solidFill>
                <a:latin typeface="Arial"/>
                <a:ea typeface="Arial"/>
                <a:cs typeface="Arial"/>
              </a:rPr>
              <a:t>measure end-to-end latency on the real camera.</a:t>
            </a:r>
          </a:p>
        </p:txBody>
      </p:sp>
      <p:sp>
        <p:nvSpPr>
          <p:cNvPr id="5" name="">
            <a:extLst xmlns:a="http://schemas.openxmlformats.org/drawingml/2006/main">
              <a:ext uri="{FF2B5EF4-FFF2-40B4-BE49-F238E27FC236}">
                <a16:creationId xmlns:a16="http://schemas.microsoft.com/office/drawing/2014/main" id="{213B9A06-C241-40E5-AA1D-9C73FC9A88F3}"/>
              </a:ext>
            </a:extLst>
          </p:cNvPr>
          <p:cNvSpPr>
            <a:spLocks xmlns:a="http://schemas.openxmlformats.org/drawingml/2006/main" noGrp="1"/>
          </p:cNvSpPr>
          <p:nvPr/>
        </p:nvSpPr>
        <p:spPr>
          <a:xfrm xmlns:a="http://schemas.openxmlformats.org/drawingml/2006/main">
            <a:off x="609600" y="62293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6D"/>
                </a:solidFill>
                <a:latin typeface="Arial"/>
                <a:ea typeface="Arial"/>
                <a:cs typeface="Arial"/>
              </a:defRPr>
            </a:defPPr>
            <a:lvl1pPr>
              <a:buNone/>
              <a:defRPr sz="1200" b="0">
                <a:solidFill>
                  <a:srgbClr val="52646D"/>
                </a:solidFill>
                <a:latin typeface="Arial"/>
                <a:ea typeface="Arial"/>
                <a:cs typeface="Arial"/>
              </a:defRPr>
            </a:lvl1pPr>
            <a:lvl2pPr>
              <a:buNone/>
              <a:defRPr sz="1200" b="0">
                <a:solidFill>
                  <a:srgbClr val="52646D"/>
                </a:solidFill>
                <a:latin typeface="Arial"/>
                <a:ea typeface="Arial"/>
                <a:cs typeface="Arial"/>
              </a:defRPr>
            </a:lvl2pPr>
            <a:lvl3pPr>
              <a:buNone/>
              <a:defRPr sz="1200" b="0">
                <a:solidFill>
                  <a:srgbClr val="52646D"/>
                </a:solidFill>
                <a:latin typeface="Arial"/>
                <a:ea typeface="Arial"/>
                <a:cs typeface="Arial"/>
              </a:defRPr>
            </a:lvl3pPr>
            <a:lvl4pPr>
              <a:buNone/>
              <a:defRPr sz="1200" b="0">
                <a:solidFill>
                  <a:srgbClr val="52646D"/>
                </a:solidFill>
                <a:latin typeface="Arial"/>
                <a:ea typeface="Arial"/>
                <a:cs typeface="Arial"/>
              </a:defRPr>
            </a:lvl4pPr>
            <a:lvl5pPr>
              <a:buNone/>
              <a:defRPr sz="1200" b="0">
                <a:solidFill>
                  <a:srgbClr val="52646D"/>
                </a:solidFill>
                <a:latin typeface="Arial"/>
                <a:ea typeface="Arial"/>
                <a:cs typeface="Arial"/>
              </a:defRPr>
            </a:lvl5pPr>
            <a:lvl6pPr>
              <a:buNone/>
              <a:defRPr sz="1200" b="0">
                <a:solidFill>
                  <a:srgbClr val="52646D"/>
                </a:solidFill>
                <a:latin typeface="Arial"/>
                <a:ea typeface="Arial"/>
                <a:cs typeface="Arial"/>
              </a:defRPr>
            </a:lvl6pPr>
            <a:lvl7pPr>
              <a:buNone/>
              <a:defRPr sz="1200" b="0">
                <a:solidFill>
                  <a:srgbClr val="52646D"/>
                </a:solidFill>
                <a:latin typeface="Arial"/>
                <a:ea typeface="Arial"/>
                <a:cs typeface="Arial"/>
              </a:defRPr>
            </a:lvl7pPr>
            <a:lvl8pPr>
              <a:buNone/>
              <a:defRPr sz="1200" b="0">
                <a:solidFill>
                  <a:srgbClr val="52646D"/>
                </a:solidFill>
                <a:latin typeface="Arial"/>
                <a:ea typeface="Arial"/>
                <a:cs typeface="Arial"/>
              </a:defRPr>
            </a:lvl8pPr>
            <a:lvl9pPr>
              <a:buNone/>
              <a:defRPr sz="1200" b="0">
                <a:solidFill>
                  <a:srgbClr val="52646D"/>
                </a:solidFill>
                <a:latin typeface="Arial"/>
                <a:ea typeface="Arial"/>
                <a:cs typeface="Arial"/>
              </a:defRPr>
            </a:lvl9pPr>
          </a:lstStyle>
          <a:p xmlns:a="http://schemas.openxmlformats.org/drawingml/2006/main">
            <a:pPr>
              <a:buNone/>
              <a:defRPr sz="1200" b="0">
                <a:solidFill>
                  <a:srgbClr val="52646D"/>
                </a:solidFill>
                <a:latin typeface="Arial"/>
                <a:ea typeface="Arial"/>
                <a:cs typeface="Arial"/>
              </a:defRPr>
            </a:pPr>
            <a:r>
              <a:rPr sz="1200" b="0">
                <a:solidFill>
                  <a:srgbClr val="52646D"/>
                </a:solidFill>
                <a:latin typeface="Arial"/>
                <a:ea typeface="Arial"/>
                <a:cs typeface="Arial"/>
              </a:rPr>
              <a:t>Supplied labeled-holdout results; independently reproduced road accuracy remains pending</a:t>
            </a:r>
          </a:p>
        </p:txBody>
      </p:sp>
      <p:sp>
        <p:nvSpPr>
          <p:cNvPr id="7" name="09">
            <a:extLst xmlns:a="http://schemas.openxmlformats.org/drawingml/2006/main">
              <a:ext uri="{FF2B5EF4-FFF2-40B4-BE49-F238E27FC236}">
                <a16:creationId xmlns:a16="http://schemas.microsoft.com/office/drawing/2014/main" id="{33ED6EA5-B813-4AFA-B5F4-9CF1961E8BE5}"/>
              </a:ext>
            </a:extLst>
          </p:cNvPr>
          <p:cNvSpPr>
            <a:spLocks xmlns:a="http://schemas.openxmlformats.org/drawingml/2006/main" noGrp="1"/>
          </p:cNvSpPr>
          <p:nvPr/>
        </p:nvSpPr>
        <p:spPr>
          <a:xfrm xmlns:a="http://schemas.openxmlformats.org/drawingml/2006/main">
            <a:off x="11353800" y="62484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46D"/>
                </a:solidFill>
                <a:latin typeface="Arial"/>
                <a:ea typeface="Arial"/>
                <a:cs typeface="Arial"/>
              </a:defRPr>
            </a:defPPr>
            <a:lvl1pPr>
              <a:defRPr sz="1275" b="0">
                <a:solidFill>
                  <a:srgbClr val="52646D"/>
                </a:solidFill>
                <a:latin typeface="Arial"/>
                <a:ea typeface="Arial"/>
                <a:cs typeface="Arial"/>
              </a:defRPr>
            </a:lvl1pPr>
            <a:lvl2pPr>
              <a:defRPr sz="1275" b="0">
                <a:solidFill>
                  <a:srgbClr val="52646D"/>
                </a:solidFill>
                <a:latin typeface="Arial"/>
                <a:ea typeface="Arial"/>
                <a:cs typeface="Arial"/>
              </a:defRPr>
            </a:lvl2pPr>
            <a:lvl3pPr>
              <a:defRPr sz="1275" b="0">
                <a:solidFill>
                  <a:srgbClr val="52646D"/>
                </a:solidFill>
                <a:latin typeface="Arial"/>
                <a:ea typeface="Arial"/>
                <a:cs typeface="Arial"/>
              </a:defRPr>
            </a:lvl3pPr>
            <a:lvl4pPr>
              <a:defRPr sz="1275" b="0">
                <a:solidFill>
                  <a:srgbClr val="52646D"/>
                </a:solidFill>
                <a:latin typeface="Arial"/>
                <a:ea typeface="Arial"/>
                <a:cs typeface="Arial"/>
              </a:defRPr>
            </a:lvl4pPr>
            <a:lvl5pPr>
              <a:defRPr sz="1275" b="0">
                <a:solidFill>
                  <a:srgbClr val="52646D"/>
                </a:solidFill>
                <a:latin typeface="Arial"/>
                <a:ea typeface="Arial"/>
                <a:cs typeface="Arial"/>
              </a:defRPr>
            </a:lvl5pPr>
            <a:lvl6pPr>
              <a:defRPr sz="1275" b="0">
                <a:solidFill>
                  <a:srgbClr val="52646D"/>
                </a:solidFill>
                <a:latin typeface="Arial"/>
                <a:ea typeface="Arial"/>
                <a:cs typeface="Arial"/>
              </a:defRPr>
            </a:lvl6pPr>
            <a:lvl7pPr>
              <a:defRPr sz="1275" b="0">
                <a:solidFill>
                  <a:srgbClr val="52646D"/>
                </a:solidFill>
                <a:latin typeface="Arial"/>
                <a:ea typeface="Arial"/>
                <a:cs typeface="Arial"/>
              </a:defRPr>
            </a:lvl7pPr>
            <a:lvl8pPr>
              <a:defRPr sz="1275" b="0">
                <a:solidFill>
                  <a:srgbClr val="52646D"/>
                </a:solidFill>
                <a:latin typeface="Arial"/>
                <a:ea typeface="Arial"/>
                <a:cs typeface="Arial"/>
              </a:defRPr>
            </a:lvl8pPr>
            <a:lvl9pPr>
              <a:defRPr sz="1275" b="0">
                <a:solidFill>
                  <a:srgbClr val="52646D"/>
                </a:solidFill>
                <a:latin typeface="Arial"/>
                <a:ea typeface="Arial"/>
                <a:cs typeface="Arial"/>
              </a:defRPr>
            </a:lvl9pPr>
          </a:lstStyle>
          <a:p xmlns:a="http://schemas.openxmlformats.org/drawingml/2006/main">
            <a:pPr>
              <a:defRPr sz="1275" b="0">
                <a:solidFill>
                  <a:srgbClr val="52646D"/>
                </a:solidFill>
                <a:latin typeface="Arial"/>
                <a:ea typeface="Arial"/>
                <a:cs typeface="Arial"/>
              </a:defRPr>
            </a:pPr>
            <a:r>
              <a:rPr sz="1275" b="0">
                <a:solidFill>
                  <a:srgbClr val="52646D"/>
                </a:solidFill>
                <a:latin typeface="Arial"/>
                <a:ea typeface="Arial"/>
                <a:cs typeface="Arial"/>
              </a:rPr>
              <a:t>09</a:t>
            </a:r>
          </a:p>
        </p:txBody>
      </p:sp>
    </p:spTree>
    <p:extLst>
      <p:ext uri="{BB962C8B-B14F-4D97-AF65-F5344CB8AC3E}">
        <p14:creationId xmlns:p14="http://schemas.microsoft.com/office/powerpoint/2010/main" val="209760013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89A561-4A8F-4337-99EF-E5023F3014D7}"/>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2631"/>
                </a:solidFill>
                <a:latin typeface="Arial"/>
                <a:ea typeface="Arial"/>
                <a:cs typeface="Arial"/>
              </a:defRPr>
            </a:defPPr>
            <a:lvl1pPr>
              <a:buNone/>
              <a:defRPr sz="3300" b="1">
                <a:solidFill>
                  <a:srgbClr val="122631"/>
                </a:solidFill>
                <a:latin typeface="Arial"/>
                <a:ea typeface="Arial"/>
                <a:cs typeface="Arial"/>
              </a:defRPr>
            </a:lvl1pPr>
            <a:lvl2pPr>
              <a:buNone/>
              <a:defRPr sz="3300" b="1">
                <a:solidFill>
                  <a:srgbClr val="122631"/>
                </a:solidFill>
                <a:latin typeface="Arial"/>
                <a:ea typeface="Arial"/>
                <a:cs typeface="Arial"/>
              </a:defRPr>
            </a:lvl2pPr>
            <a:lvl3pPr>
              <a:buNone/>
              <a:defRPr sz="3300" b="1">
                <a:solidFill>
                  <a:srgbClr val="122631"/>
                </a:solidFill>
                <a:latin typeface="Arial"/>
                <a:ea typeface="Arial"/>
                <a:cs typeface="Arial"/>
              </a:defRPr>
            </a:lvl3pPr>
            <a:lvl4pPr>
              <a:buNone/>
              <a:defRPr sz="3300" b="1">
                <a:solidFill>
                  <a:srgbClr val="122631"/>
                </a:solidFill>
                <a:latin typeface="Arial"/>
                <a:ea typeface="Arial"/>
                <a:cs typeface="Arial"/>
              </a:defRPr>
            </a:lvl4pPr>
            <a:lvl5pPr>
              <a:buNone/>
              <a:defRPr sz="3300" b="1">
                <a:solidFill>
                  <a:srgbClr val="122631"/>
                </a:solidFill>
                <a:latin typeface="Arial"/>
                <a:ea typeface="Arial"/>
                <a:cs typeface="Arial"/>
              </a:defRPr>
            </a:lvl5pPr>
            <a:lvl6pPr>
              <a:buNone/>
              <a:defRPr sz="3300" b="1">
                <a:solidFill>
                  <a:srgbClr val="122631"/>
                </a:solidFill>
                <a:latin typeface="Arial"/>
                <a:ea typeface="Arial"/>
                <a:cs typeface="Arial"/>
              </a:defRPr>
            </a:lvl6pPr>
            <a:lvl7pPr>
              <a:buNone/>
              <a:defRPr sz="3300" b="1">
                <a:solidFill>
                  <a:srgbClr val="122631"/>
                </a:solidFill>
                <a:latin typeface="Arial"/>
                <a:ea typeface="Arial"/>
                <a:cs typeface="Arial"/>
              </a:defRPr>
            </a:lvl7pPr>
            <a:lvl8pPr>
              <a:buNone/>
              <a:defRPr sz="3300" b="1">
                <a:solidFill>
                  <a:srgbClr val="122631"/>
                </a:solidFill>
                <a:latin typeface="Arial"/>
                <a:ea typeface="Arial"/>
                <a:cs typeface="Arial"/>
              </a:defRPr>
            </a:lvl8pPr>
            <a:lvl9pPr>
              <a:buNone/>
              <a:defRPr sz="3300" b="1">
                <a:solidFill>
                  <a:srgbClr val="122631"/>
                </a:solidFill>
                <a:latin typeface="Arial"/>
                <a:ea typeface="Arial"/>
                <a:cs typeface="Arial"/>
              </a:defRPr>
            </a:lvl9pPr>
          </a:lstStyle>
          <a:p xmlns:a="http://schemas.openxmlformats.org/drawingml/2006/main">
            <a:pPr>
              <a:buNone/>
              <a:defRPr sz="3150" b="1">
                <a:solidFill>
                  <a:srgbClr val="122631"/>
                </a:solidFill>
                <a:latin typeface="Arial"/>
                <a:ea typeface="Arial"/>
                <a:cs typeface="Arial"/>
              </a:defRPr>
            </a:pPr>
            <a:r>
              <a:rPr sz="3150" b="1">
                <a:solidFill>
                  <a:srgbClr val="122631"/>
                </a:solidFill>
                <a:latin typeface="Arial"/>
                <a:ea typeface="Arial"/>
                <a:cs typeface="Arial"/>
              </a:rPr>
              <a:t>Appendix · Augmentation and domain shift</a:t>
            </a:r>
          </a:p>
        </p:txBody>
      </p:sp>
      <p:graphicFrame>
        <p:nvGraphicFramePr>
          <p:cNvPr id="2" name="Chart">
            <a:extLst xmlns:a="http://schemas.openxmlformats.org/drawingml/2006/main">
              <a:ext uri="{FF2B5EF4-FFF2-40B4-BE49-F238E27FC236}">
                <a16:creationId xmlns:a16="http://schemas.microsoft.com/office/drawing/2014/main" id="{4048B936-C0CF-445E-A691-ABF91263EC9C}"/>
              </a:ext>
            </a:extLst>
          </p:cNvPr>
          <p:cNvGraphicFramePr/>
          <p:nvPr/>
        </p:nvGraphicFramePr>
        <p:xfrm>
          <a:off xmlns:a="http://schemas.openxmlformats.org/drawingml/2006/main" x="476250" y="1619250"/>
          <a:ext xmlns:a="http://schemas.openxmlformats.org/drawingml/2006/main" cx="7524750" cy="3619500"/>
        </p:xfrm>
        <a:graphic xmlns:a="http://schemas.openxmlformats.org/drawingml/2006/main">
          <a:graphicData uri="http://schemas.openxmlformats.org/drawingml/2006/chart">
            <c:chart xmlns:r="http://schemas.openxmlformats.org/officeDocument/2006/relationships" xmlns:c="http://schemas.openxmlformats.org/drawingml/2006/chart" r:id="Rb296c368f0474045"/>
          </a:graphicData>
        </a:graphic>
      </p:graphicFrame>
      <p:sp>
        <p:nvSpPr>
          <p:cNvPr id="3" name="">
            <a:extLst xmlns:a="http://schemas.openxmlformats.org/drawingml/2006/main">
              <a:ext uri="{FF2B5EF4-FFF2-40B4-BE49-F238E27FC236}">
                <a16:creationId xmlns:a16="http://schemas.microsoft.com/office/drawing/2014/main" id="{E5E03395-868A-4CFE-B669-4FDAD3ECEA46}"/>
              </a:ext>
            </a:extLst>
          </p:cNvPr>
          <p:cNvSpPr>
            <a:spLocks xmlns:a="http://schemas.openxmlformats.org/drawingml/2006/main" noGrp="1"/>
          </p:cNvSpPr>
          <p:nvPr/>
        </p:nvSpPr>
        <p:spPr>
          <a:xfrm xmlns:a="http://schemas.openxmlformats.org/drawingml/2006/main">
            <a:off x="8382000" y="17145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22631"/>
                </a:solidFill>
                <a:latin typeface="Arial"/>
                <a:ea typeface="Arial"/>
                <a:cs typeface="Arial"/>
              </a:defRPr>
            </a:defPPr>
            <a:lvl1pPr>
              <a:buNone/>
              <a:defRPr sz="2250" b="1">
                <a:solidFill>
                  <a:srgbClr val="122631"/>
                </a:solidFill>
                <a:latin typeface="Arial"/>
                <a:ea typeface="Arial"/>
                <a:cs typeface="Arial"/>
              </a:defRPr>
            </a:lvl1pPr>
            <a:lvl2pPr>
              <a:buNone/>
              <a:defRPr sz="2250" b="1">
                <a:solidFill>
                  <a:srgbClr val="122631"/>
                </a:solidFill>
                <a:latin typeface="Arial"/>
                <a:ea typeface="Arial"/>
                <a:cs typeface="Arial"/>
              </a:defRPr>
            </a:lvl2pPr>
            <a:lvl3pPr>
              <a:buNone/>
              <a:defRPr sz="2250" b="1">
                <a:solidFill>
                  <a:srgbClr val="122631"/>
                </a:solidFill>
                <a:latin typeface="Arial"/>
                <a:ea typeface="Arial"/>
                <a:cs typeface="Arial"/>
              </a:defRPr>
            </a:lvl3pPr>
            <a:lvl4pPr>
              <a:buNone/>
              <a:defRPr sz="2250" b="1">
                <a:solidFill>
                  <a:srgbClr val="122631"/>
                </a:solidFill>
                <a:latin typeface="Arial"/>
                <a:ea typeface="Arial"/>
                <a:cs typeface="Arial"/>
              </a:defRPr>
            </a:lvl4pPr>
            <a:lvl5pPr>
              <a:buNone/>
              <a:defRPr sz="2250" b="1">
                <a:solidFill>
                  <a:srgbClr val="122631"/>
                </a:solidFill>
                <a:latin typeface="Arial"/>
                <a:ea typeface="Arial"/>
                <a:cs typeface="Arial"/>
              </a:defRPr>
            </a:lvl5pPr>
            <a:lvl6pPr>
              <a:buNone/>
              <a:defRPr sz="2250" b="1">
                <a:solidFill>
                  <a:srgbClr val="122631"/>
                </a:solidFill>
                <a:latin typeface="Arial"/>
                <a:ea typeface="Arial"/>
                <a:cs typeface="Arial"/>
              </a:defRPr>
            </a:lvl6pPr>
            <a:lvl7pPr>
              <a:buNone/>
              <a:defRPr sz="2250" b="1">
                <a:solidFill>
                  <a:srgbClr val="122631"/>
                </a:solidFill>
                <a:latin typeface="Arial"/>
                <a:ea typeface="Arial"/>
                <a:cs typeface="Arial"/>
              </a:defRPr>
            </a:lvl7pPr>
            <a:lvl8pPr>
              <a:buNone/>
              <a:defRPr sz="2250" b="1">
                <a:solidFill>
                  <a:srgbClr val="122631"/>
                </a:solidFill>
                <a:latin typeface="Arial"/>
                <a:ea typeface="Arial"/>
                <a:cs typeface="Arial"/>
              </a:defRPr>
            </a:lvl8pPr>
            <a:lvl9pPr>
              <a:buNone/>
              <a:defRPr sz="2250" b="1">
                <a:solidFill>
                  <a:srgbClr val="122631"/>
                </a:solidFill>
                <a:latin typeface="Arial"/>
                <a:ea typeface="Arial"/>
                <a:cs typeface="Arial"/>
              </a:defRPr>
            </a:lvl9pPr>
          </a:lstStyle>
          <a:p xmlns:a="http://schemas.openxmlformats.org/drawingml/2006/main">
            <a:pPr>
              <a:buNone/>
              <a:defRPr sz="2250" b="1">
                <a:solidFill>
                  <a:srgbClr val="122631"/>
                </a:solidFill>
                <a:latin typeface="Arial"/>
                <a:ea typeface="Arial"/>
                <a:cs typeface="Arial"/>
              </a:defRPr>
            </a:pPr>
            <a:r>
              <a:rPr sz="2250" b="1">
                <a:solidFill>
                  <a:srgbClr val="122631"/>
                </a:solidFill>
                <a:latin typeface="Arial"/>
                <a:ea typeface="Arial"/>
                <a:cs typeface="Arial"/>
              </a:rPr>
              <a:t>India holdout</a:t>
            </a:r>
          </a:p>
        </p:txBody>
      </p:sp>
      <p:sp>
        <p:nvSpPr>
          <p:cNvPr id="4" name="">
            <a:extLst xmlns:a="http://schemas.openxmlformats.org/drawingml/2006/main">
              <a:ext uri="{FF2B5EF4-FFF2-40B4-BE49-F238E27FC236}">
                <a16:creationId xmlns:a16="http://schemas.microsoft.com/office/drawing/2014/main" id="{E70E8BCC-F6B2-4901-A683-E5C2D07A049D}"/>
              </a:ext>
            </a:extLst>
          </p:cNvPr>
          <p:cNvSpPr>
            <a:spLocks xmlns:a="http://schemas.openxmlformats.org/drawingml/2006/main" noGrp="1"/>
          </p:cNvSpPr>
          <p:nvPr/>
        </p:nvSpPr>
        <p:spPr>
          <a:xfrm xmlns:a="http://schemas.openxmlformats.org/drawingml/2006/main">
            <a:off x="8382000" y="2476500"/>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75" b="1">
                <a:solidFill>
                  <a:srgbClr val="126C73"/>
                </a:solidFill>
                <a:latin typeface="Arial"/>
                <a:ea typeface="Arial"/>
                <a:cs typeface="Arial"/>
              </a:defRPr>
            </a:defPPr>
            <a:lvl1pPr>
              <a:buNone/>
              <a:defRPr sz="4575" b="1">
                <a:solidFill>
                  <a:srgbClr val="126C73"/>
                </a:solidFill>
                <a:latin typeface="Arial"/>
                <a:ea typeface="Arial"/>
                <a:cs typeface="Arial"/>
              </a:defRPr>
            </a:lvl1pPr>
            <a:lvl2pPr>
              <a:buNone/>
              <a:defRPr sz="4575" b="1">
                <a:solidFill>
                  <a:srgbClr val="126C73"/>
                </a:solidFill>
                <a:latin typeface="Arial"/>
                <a:ea typeface="Arial"/>
                <a:cs typeface="Arial"/>
              </a:defRPr>
            </a:lvl2pPr>
            <a:lvl3pPr>
              <a:buNone/>
              <a:defRPr sz="4575" b="1">
                <a:solidFill>
                  <a:srgbClr val="126C73"/>
                </a:solidFill>
                <a:latin typeface="Arial"/>
                <a:ea typeface="Arial"/>
                <a:cs typeface="Arial"/>
              </a:defRPr>
            </a:lvl3pPr>
            <a:lvl4pPr>
              <a:buNone/>
              <a:defRPr sz="4575" b="1">
                <a:solidFill>
                  <a:srgbClr val="126C73"/>
                </a:solidFill>
                <a:latin typeface="Arial"/>
                <a:ea typeface="Arial"/>
                <a:cs typeface="Arial"/>
              </a:defRPr>
            </a:lvl4pPr>
            <a:lvl5pPr>
              <a:buNone/>
              <a:defRPr sz="4575" b="1">
                <a:solidFill>
                  <a:srgbClr val="126C73"/>
                </a:solidFill>
                <a:latin typeface="Arial"/>
                <a:ea typeface="Arial"/>
                <a:cs typeface="Arial"/>
              </a:defRPr>
            </a:lvl5pPr>
            <a:lvl6pPr>
              <a:buNone/>
              <a:defRPr sz="4575" b="1">
                <a:solidFill>
                  <a:srgbClr val="126C73"/>
                </a:solidFill>
                <a:latin typeface="Arial"/>
                <a:ea typeface="Arial"/>
                <a:cs typeface="Arial"/>
              </a:defRPr>
            </a:lvl6pPr>
            <a:lvl7pPr>
              <a:buNone/>
              <a:defRPr sz="4575" b="1">
                <a:solidFill>
                  <a:srgbClr val="126C73"/>
                </a:solidFill>
                <a:latin typeface="Arial"/>
                <a:ea typeface="Arial"/>
                <a:cs typeface="Arial"/>
              </a:defRPr>
            </a:lvl7pPr>
            <a:lvl8pPr>
              <a:buNone/>
              <a:defRPr sz="4575" b="1">
                <a:solidFill>
                  <a:srgbClr val="126C73"/>
                </a:solidFill>
                <a:latin typeface="Arial"/>
                <a:ea typeface="Arial"/>
                <a:cs typeface="Arial"/>
              </a:defRPr>
            </a:lvl8pPr>
            <a:lvl9pPr>
              <a:buNone/>
              <a:defRPr sz="4575" b="1">
                <a:solidFill>
                  <a:srgbClr val="126C73"/>
                </a:solidFill>
                <a:latin typeface="Arial"/>
                <a:ea typeface="Arial"/>
                <a:cs typeface="Arial"/>
              </a:defRPr>
            </a:lvl9pPr>
          </a:lstStyle>
          <a:p xmlns:a="http://schemas.openxmlformats.org/drawingml/2006/main">
            <a:pPr>
              <a:buNone/>
              <a:defRPr sz="4575" b="1">
                <a:solidFill>
                  <a:srgbClr val="126C73"/>
                </a:solidFill>
                <a:latin typeface="Arial"/>
                <a:ea typeface="Arial"/>
                <a:cs typeface="Arial"/>
              </a:defRPr>
            </a:pPr>
            <a:r>
              <a:rPr sz="4575" b="1">
                <a:solidFill>
                  <a:srgbClr val="126C73"/>
                </a:solidFill>
                <a:latin typeface="Arial"/>
                <a:ea typeface="Arial"/>
                <a:cs typeface="Arial"/>
              </a:rPr>
              <a:t>8.86%</a:t>
            </a:r>
          </a:p>
        </p:txBody>
      </p:sp>
      <p:sp>
        <p:nvSpPr>
          <p:cNvPr id="5" name="">
            <a:extLst xmlns:a="http://schemas.openxmlformats.org/drawingml/2006/main">
              <a:ext uri="{FF2B5EF4-FFF2-40B4-BE49-F238E27FC236}">
                <a16:creationId xmlns:a16="http://schemas.microsoft.com/office/drawing/2014/main" id="{E81D9D5D-D141-4D43-B263-7049AEEF9E3F}"/>
              </a:ext>
            </a:extLst>
          </p:cNvPr>
          <p:cNvSpPr>
            <a:spLocks xmlns:a="http://schemas.openxmlformats.org/drawingml/2006/main" noGrp="1"/>
          </p:cNvSpPr>
          <p:nvPr/>
        </p:nvSpPr>
        <p:spPr>
          <a:xfrm xmlns:a="http://schemas.openxmlformats.org/drawingml/2006/main">
            <a:off x="8382000" y="33337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22631"/>
                </a:solidFill>
                <a:latin typeface="Arial"/>
                <a:ea typeface="Arial"/>
                <a:cs typeface="Arial"/>
              </a:defRPr>
            </a:defPPr>
            <a:lvl1pPr>
              <a:buNone/>
              <a:defRPr sz="1800" b="0">
                <a:solidFill>
                  <a:srgbClr val="122631"/>
                </a:solidFill>
                <a:latin typeface="Arial"/>
                <a:ea typeface="Arial"/>
                <a:cs typeface="Arial"/>
              </a:defRPr>
            </a:lvl1pPr>
            <a:lvl2pPr>
              <a:buNone/>
              <a:defRPr sz="1800" b="0">
                <a:solidFill>
                  <a:srgbClr val="122631"/>
                </a:solidFill>
                <a:latin typeface="Arial"/>
                <a:ea typeface="Arial"/>
                <a:cs typeface="Arial"/>
              </a:defRPr>
            </a:lvl2pPr>
            <a:lvl3pPr>
              <a:buNone/>
              <a:defRPr sz="1800" b="0">
                <a:solidFill>
                  <a:srgbClr val="122631"/>
                </a:solidFill>
                <a:latin typeface="Arial"/>
                <a:ea typeface="Arial"/>
                <a:cs typeface="Arial"/>
              </a:defRPr>
            </a:lvl3pPr>
            <a:lvl4pPr>
              <a:buNone/>
              <a:defRPr sz="1800" b="0">
                <a:solidFill>
                  <a:srgbClr val="122631"/>
                </a:solidFill>
                <a:latin typeface="Arial"/>
                <a:ea typeface="Arial"/>
                <a:cs typeface="Arial"/>
              </a:defRPr>
            </a:lvl4pPr>
            <a:lvl5pPr>
              <a:buNone/>
              <a:defRPr sz="1800" b="0">
                <a:solidFill>
                  <a:srgbClr val="122631"/>
                </a:solidFill>
                <a:latin typeface="Arial"/>
                <a:ea typeface="Arial"/>
                <a:cs typeface="Arial"/>
              </a:defRPr>
            </a:lvl5pPr>
            <a:lvl6pPr>
              <a:buNone/>
              <a:defRPr sz="1800" b="0">
                <a:solidFill>
                  <a:srgbClr val="122631"/>
                </a:solidFill>
                <a:latin typeface="Arial"/>
                <a:ea typeface="Arial"/>
                <a:cs typeface="Arial"/>
              </a:defRPr>
            </a:lvl6pPr>
            <a:lvl7pPr>
              <a:buNone/>
              <a:defRPr sz="1800" b="0">
                <a:solidFill>
                  <a:srgbClr val="122631"/>
                </a:solidFill>
                <a:latin typeface="Arial"/>
                <a:ea typeface="Arial"/>
                <a:cs typeface="Arial"/>
              </a:defRPr>
            </a:lvl7pPr>
            <a:lvl8pPr>
              <a:buNone/>
              <a:defRPr sz="1800" b="0">
                <a:solidFill>
                  <a:srgbClr val="122631"/>
                </a:solidFill>
                <a:latin typeface="Arial"/>
                <a:ea typeface="Arial"/>
                <a:cs typeface="Arial"/>
              </a:defRPr>
            </a:lvl8pPr>
            <a:lvl9pPr>
              <a:buNone/>
              <a:defRPr sz="1800" b="0">
                <a:solidFill>
                  <a:srgbClr val="122631"/>
                </a:solidFill>
                <a:latin typeface="Arial"/>
                <a:ea typeface="Arial"/>
                <a:cs typeface="Arial"/>
              </a:defRPr>
            </a:lvl9pPr>
          </a:lstStyle>
          <a:p xmlns:a="http://schemas.openxmlformats.org/drawingml/2006/main">
            <a:pPr>
              <a:buNone/>
              <a:defRPr sz="1800" b="0">
                <a:solidFill>
                  <a:srgbClr val="122631"/>
                </a:solidFill>
                <a:latin typeface="Arial"/>
                <a:ea typeface="Arial"/>
                <a:cs typeface="Arial"/>
              </a:defRPr>
            </a:pPr>
            <a:r>
              <a:rPr sz="1800" b="0">
                <a:solidFill>
                  <a:srgbClr val="122631"/>
                </a:solidFill>
                <a:latin typeface="Arial"/>
                <a:ea typeface="Arial"/>
                <a:cs typeface="Arial"/>
              </a:rPr>
              <a:t>mAP50 with India excluded</a:t>
            </a:r>
          </a:p>
          <a:p xmlns:a="http://schemas.openxmlformats.org/drawingml/2006/main">
            <a:pPr>
              <a:buNone/>
              <a:defRPr sz="1800" b="0">
                <a:solidFill>
                  <a:srgbClr val="122631"/>
                </a:solidFill>
                <a:latin typeface="Arial"/>
                <a:ea typeface="Arial"/>
                <a:cs typeface="Arial"/>
              </a:defRPr>
            </a:pPr>
            <a:r>
              <a:rPr sz="1800" b="0">
                <a:solidFill>
                  <a:srgbClr val="122631"/>
                </a:solidFill>
                <a:latin typeface="Arial"/>
                <a:ea typeface="Arial"/>
                <a:cs typeface="Arial"/>
              </a:rPr>
              <a:t>from comparison training</a:t>
            </a:r>
          </a:p>
        </p:txBody>
      </p:sp>
      <p:sp>
        <p:nvSpPr>
          <p:cNvPr id="6" name="">
            <a:extLst xmlns:a="http://schemas.openxmlformats.org/drawingml/2006/main">
              <a:ext uri="{FF2B5EF4-FFF2-40B4-BE49-F238E27FC236}">
                <a16:creationId xmlns:a16="http://schemas.microsoft.com/office/drawing/2014/main" id="{6A822CFE-DD96-44C5-AFE8-F87AE7BE03AB}"/>
              </a:ext>
            </a:extLst>
          </p:cNvPr>
          <p:cNvSpPr>
            <a:spLocks xmlns:a="http://schemas.openxmlformats.org/drawingml/2006/main" noGrp="1"/>
          </p:cNvSpPr>
          <p:nvPr/>
        </p:nvSpPr>
        <p:spPr>
          <a:xfrm xmlns:a="http://schemas.openxmlformats.org/drawingml/2006/main">
            <a:off x="8382000" y="452437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22631"/>
                </a:solidFill>
                <a:latin typeface="Arial"/>
                <a:ea typeface="Arial"/>
                <a:cs typeface="Arial"/>
              </a:defRPr>
            </a:defPPr>
            <a:lvl1pPr>
              <a:buNone/>
              <a:defRPr sz="1725" b="0">
                <a:solidFill>
                  <a:srgbClr val="122631"/>
                </a:solidFill>
                <a:latin typeface="Arial"/>
                <a:ea typeface="Arial"/>
                <a:cs typeface="Arial"/>
              </a:defRPr>
            </a:lvl1pPr>
            <a:lvl2pPr>
              <a:buNone/>
              <a:defRPr sz="1725" b="0">
                <a:solidFill>
                  <a:srgbClr val="122631"/>
                </a:solidFill>
                <a:latin typeface="Arial"/>
                <a:ea typeface="Arial"/>
                <a:cs typeface="Arial"/>
              </a:defRPr>
            </a:lvl2pPr>
            <a:lvl3pPr>
              <a:buNone/>
              <a:defRPr sz="1725" b="0">
                <a:solidFill>
                  <a:srgbClr val="122631"/>
                </a:solidFill>
                <a:latin typeface="Arial"/>
                <a:ea typeface="Arial"/>
                <a:cs typeface="Arial"/>
              </a:defRPr>
            </a:lvl3pPr>
            <a:lvl4pPr>
              <a:buNone/>
              <a:defRPr sz="1725" b="0">
                <a:solidFill>
                  <a:srgbClr val="122631"/>
                </a:solidFill>
                <a:latin typeface="Arial"/>
                <a:ea typeface="Arial"/>
                <a:cs typeface="Arial"/>
              </a:defRPr>
            </a:lvl4pPr>
            <a:lvl5pPr>
              <a:buNone/>
              <a:defRPr sz="1725" b="0">
                <a:solidFill>
                  <a:srgbClr val="122631"/>
                </a:solidFill>
                <a:latin typeface="Arial"/>
                <a:ea typeface="Arial"/>
                <a:cs typeface="Arial"/>
              </a:defRPr>
            </a:lvl5pPr>
            <a:lvl6pPr>
              <a:buNone/>
              <a:defRPr sz="1725" b="0">
                <a:solidFill>
                  <a:srgbClr val="122631"/>
                </a:solidFill>
                <a:latin typeface="Arial"/>
                <a:ea typeface="Arial"/>
                <a:cs typeface="Arial"/>
              </a:defRPr>
            </a:lvl6pPr>
            <a:lvl7pPr>
              <a:buNone/>
              <a:defRPr sz="1725" b="0">
                <a:solidFill>
                  <a:srgbClr val="122631"/>
                </a:solidFill>
                <a:latin typeface="Arial"/>
                <a:ea typeface="Arial"/>
                <a:cs typeface="Arial"/>
              </a:defRPr>
            </a:lvl7pPr>
            <a:lvl8pPr>
              <a:buNone/>
              <a:defRPr sz="1725" b="0">
                <a:solidFill>
                  <a:srgbClr val="122631"/>
                </a:solidFill>
                <a:latin typeface="Arial"/>
                <a:ea typeface="Arial"/>
                <a:cs typeface="Arial"/>
              </a:defRPr>
            </a:lvl8pPr>
            <a:lvl9pPr>
              <a:buNone/>
              <a:defRPr sz="1725" b="0">
                <a:solidFill>
                  <a:srgbClr val="122631"/>
                </a:solidFill>
                <a:latin typeface="Arial"/>
                <a:ea typeface="Arial"/>
                <a:cs typeface="Arial"/>
              </a:defRPr>
            </a:lvl9pPr>
          </a:lstStyle>
          <a:p xmlns:a="http://schemas.openxmlformats.org/drawingml/2006/main">
            <a:pPr>
              <a:buNone/>
              <a:defRPr sz="1725" b="0">
                <a:solidFill>
                  <a:srgbClr val="122631"/>
                </a:solidFill>
                <a:latin typeface="Arial"/>
                <a:ea typeface="Arial"/>
                <a:cs typeface="Arial"/>
              </a:defRPr>
            </a:pPr>
            <a:r>
              <a:rPr sz="1725" b="0">
                <a:solidFill>
                  <a:srgbClr val="122631"/>
                </a:solidFill>
                <a:latin typeface="Arial"/>
                <a:ea typeface="Arial"/>
                <a:cs typeface="Arial"/>
              </a:rPr>
              <a:t>39.25% when India is</a:t>
            </a:r>
          </a:p>
          <a:p xmlns:a="http://schemas.openxmlformats.org/drawingml/2006/main">
            <a:pPr>
              <a:buNone/>
              <a:defRPr sz="1725" b="0">
                <a:solidFill>
                  <a:srgbClr val="122631"/>
                </a:solidFill>
                <a:latin typeface="Arial"/>
                <a:ea typeface="Arial"/>
                <a:cs typeface="Arial"/>
              </a:defRPr>
            </a:pPr>
            <a:r>
              <a:rPr sz="1725" b="0">
                <a:solidFill>
                  <a:srgbClr val="122631"/>
                </a:solidFill>
                <a:latin typeface="Arial"/>
                <a:ea typeface="Arial"/>
                <a:cs typeface="Arial"/>
              </a:rPr>
              <a:t>included in comparison training</a:t>
            </a:r>
          </a:p>
        </p:txBody>
      </p:sp>
      <p:sp>
        <p:nvSpPr>
          <p:cNvPr id="7" name="">
            <a:extLst xmlns:a="http://schemas.openxmlformats.org/drawingml/2006/main">
              <a:ext uri="{FF2B5EF4-FFF2-40B4-BE49-F238E27FC236}">
                <a16:creationId xmlns:a16="http://schemas.microsoft.com/office/drawing/2014/main" id="{B54970F5-9DE0-466D-A8EC-B73CF2BC64BA}"/>
              </a:ext>
            </a:extLst>
          </p:cNvPr>
          <p:cNvSpPr>
            <a:spLocks xmlns:a="http://schemas.openxmlformats.org/drawingml/2006/main" noGrp="1"/>
          </p:cNvSpPr>
          <p:nvPr/>
        </p:nvSpPr>
        <p:spPr>
          <a:xfrm xmlns:a="http://schemas.openxmlformats.org/drawingml/2006/main">
            <a:off x="609600" y="62293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6D"/>
                </a:solidFill>
                <a:latin typeface="Arial"/>
                <a:ea typeface="Arial"/>
                <a:cs typeface="Arial"/>
              </a:defRPr>
            </a:defPPr>
            <a:lvl1pPr>
              <a:buNone/>
              <a:defRPr sz="1200" b="0">
                <a:solidFill>
                  <a:srgbClr val="52646D"/>
                </a:solidFill>
                <a:latin typeface="Arial"/>
                <a:ea typeface="Arial"/>
                <a:cs typeface="Arial"/>
              </a:defRPr>
            </a:lvl1pPr>
            <a:lvl2pPr>
              <a:buNone/>
              <a:defRPr sz="1200" b="0">
                <a:solidFill>
                  <a:srgbClr val="52646D"/>
                </a:solidFill>
                <a:latin typeface="Arial"/>
                <a:ea typeface="Arial"/>
                <a:cs typeface="Arial"/>
              </a:defRPr>
            </a:lvl2pPr>
            <a:lvl3pPr>
              <a:buNone/>
              <a:defRPr sz="1200" b="0">
                <a:solidFill>
                  <a:srgbClr val="52646D"/>
                </a:solidFill>
                <a:latin typeface="Arial"/>
                <a:ea typeface="Arial"/>
                <a:cs typeface="Arial"/>
              </a:defRPr>
            </a:lvl3pPr>
            <a:lvl4pPr>
              <a:buNone/>
              <a:defRPr sz="1200" b="0">
                <a:solidFill>
                  <a:srgbClr val="52646D"/>
                </a:solidFill>
                <a:latin typeface="Arial"/>
                <a:ea typeface="Arial"/>
                <a:cs typeface="Arial"/>
              </a:defRPr>
            </a:lvl4pPr>
            <a:lvl5pPr>
              <a:buNone/>
              <a:defRPr sz="1200" b="0">
                <a:solidFill>
                  <a:srgbClr val="52646D"/>
                </a:solidFill>
                <a:latin typeface="Arial"/>
                <a:ea typeface="Arial"/>
                <a:cs typeface="Arial"/>
              </a:defRPr>
            </a:lvl5pPr>
            <a:lvl6pPr>
              <a:buNone/>
              <a:defRPr sz="1200" b="0">
                <a:solidFill>
                  <a:srgbClr val="52646D"/>
                </a:solidFill>
                <a:latin typeface="Arial"/>
                <a:ea typeface="Arial"/>
                <a:cs typeface="Arial"/>
              </a:defRPr>
            </a:lvl6pPr>
            <a:lvl7pPr>
              <a:buNone/>
              <a:defRPr sz="1200" b="0">
                <a:solidFill>
                  <a:srgbClr val="52646D"/>
                </a:solidFill>
                <a:latin typeface="Arial"/>
                <a:ea typeface="Arial"/>
                <a:cs typeface="Arial"/>
              </a:defRPr>
            </a:lvl7pPr>
            <a:lvl8pPr>
              <a:buNone/>
              <a:defRPr sz="1200" b="0">
                <a:solidFill>
                  <a:srgbClr val="52646D"/>
                </a:solidFill>
                <a:latin typeface="Arial"/>
                <a:ea typeface="Arial"/>
                <a:cs typeface="Arial"/>
              </a:defRPr>
            </a:lvl8pPr>
            <a:lvl9pPr>
              <a:buNone/>
              <a:defRPr sz="1200" b="0">
                <a:solidFill>
                  <a:srgbClr val="52646D"/>
                </a:solidFill>
                <a:latin typeface="Arial"/>
                <a:ea typeface="Arial"/>
                <a:cs typeface="Arial"/>
              </a:defRPr>
            </a:lvl9pPr>
          </a:lstStyle>
          <a:p xmlns:a="http://schemas.openxmlformats.org/drawingml/2006/main">
            <a:pPr>
              <a:buNone/>
              <a:defRPr sz="1200" b="0">
                <a:solidFill>
                  <a:srgbClr val="52646D"/>
                </a:solidFill>
                <a:latin typeface="Arial"/>
                <a:ea typeface="Arial"/>
                <a:cs typeface="Arial"/>
              </a:defRPr>
            </a:pPr>
            <a:r>
              <a:rPr sz="1200" b="0">
                <a:solidFill>
                  <a:srgbClr val="52646D"/>
                </a:solidFill>
                <a:latin typeface="Arial"/>
                <a:ea typeface="Arial"/>
                <a:cs typeface="Arial"/>
              </a:rPr>
              <a:t>Teammate-reported experiments; different evaluation domains must remain separate</a:t>
            </a:r>
          </a:p>
        </p:txBody>
      </p:sp>
      <p:sp>
        <p:nvSpPr>
          <p:cNvPr id="9" name="10">
            <a:extLst xmlns:a="http://schemas.openxmlformats.org/drawingml/2006/main">
              <a:ext uri="{FF2B5EF4-FFF2-40B4-BE49-F238E27FC236}">
                <a16:creationId xmlns:a16="http://schemas.microsoft.com/office/drawing/2014/main" id="{C9FA184C-DBC2-4DF3-83F4-B9F0D2991A2A}"/>
              </a:ext>
            </a:extLst>
          </p:cNvPr>
          <p:cNvSpPr>
            <a:spLocks xmlns:a="http://schemas.openxmlformats.org/drawingml/2006/main" noGrp="1"/>
          </p:cNvSpPr>
          <p:nvPr/>
        </p:nvSpPr>
        <p:spPr>
          <a:xfrm xmlns:a="http://schemas.openxmlformats.org/drawingml/2006/main">
            <a:off x="11353800" y="62484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46D"/>
                </a:solidFill>
                <a:latin typeface="Arial"/>
                <a:ea typeface="Arial"/>
                <a:cs typeface="Arial"/>
              </a:defRPr>
            </a:defPPr>
            <a:lvl1pPr>
              <a:defRPr sz="1275" b="0">
                <a:solidFill>
                  <a:srgbClr val="52646D"/>
                </a:solidFill>
                <a:latin typeface="Arial"/>
                <a:ea typeface="Arial"/>
                <a:cs typeface="Arial"/>
              </a:defRPr>
            </a:lvl1pPr>
            <a:lvl2pPr>
              <a:defRPr sz="1275" b="0">
                <a:solidFill>
                  <a:srgbClr val="52646D"/>
                </a:solidFill>
                <a:latin typeface="Arial"/>
                <a:ea typeface="Arial"/>
                <a:cs typeface="Arial"/>
              </a:defRPr>
            </a:lvl2pPr>
            <a:lvl3pPr>
              <a:defRPr sz="1275" b="0">
                <a:solidFill>
                  <a:srgbClr val="52646D"/>
                </a:solidFill>
                <a:latin typeface="Arial"/>
                <a:ea typeface="Arial"/>
                <a:cs typeface="Arial"/>
              </a:defRPr>
            </a:lvl3pPr>
            <a:lvl4pPr>
              <a:defRPr sz="1275" b="0">
                <a:solidFill>
                  <a:srgbClr val="52646D"/>
                </a:solidFill>
                <a:latin typeface="Arial"/>
                <a:ea typeface="Arial"/>
                <a:cs typeface="Arial"/>
              </a:defRPr>
            </a:lvl4pPr>
            <a:lvl5pPr>
              <a:defRPr sz="1275" b="0">
                <a:solidFill>
                  <a:srgbClr val="52646D"/>
                </a:solidFill>
                <a:latin typeface="Arial"/>
                <a:ea typeface="Arial"/>
                <a:cs typeface="Arial"/>
              </a:defRPr>
            </a:lvl5pPr>
            <a:lvl6pPr>
              <a:defRPr sz="1275" b="0">
                <a:solidFill>
                  <a:srgbClr val="52646D"/>
                </a:solidFill>
                <a:latin typeface="Arial"/>
                <a:ea typeface="Arial"/>
                <a:cs typeface="Arial"/>
              </a:defRPr>
            </a:lvl6pPr>
            <a:lvl7pPr>
              <a:defRPr sz="1275" b="0">
                <a:solidFill>
                  <a:srgbClr val="52646D"/>
                </a:solidFill>
                <a:latin typeface="Arial"/>
                <a:ea typeface="Arial"/>
                <a:cs typeface="Arial"/>
              </a:defRPr>
            </a:lvl7pPr>
            <a:lvl8pPr>
              <a:defRPr sz="1275" b="0">
                <a:solidFill>
                  <a:srgbClr val="52646D"/>
                </a:solidFill>
                <a:latin typeface="Arial"/>
                <a:ea typeface="Arial"/>
                <a:cs typeface="Arial"/>
              </a:defRPr>
            </a:lvl8pPr>
            <a:lvl9pPr>
              <a:defRPr sz="1275" b="0">
                <a:solidFill>
                  <a:srgbClr val="52646D"/>
                </a:solidFill>
                <a:latin typeface="Arial"/>
                <a:ea typeface="Arial"/>
                <a:cs typeface="Arial"/>
              </a:defRPr>
            </a:lvl9pPr>
          </a:lstStyle>
          <a:p xmlns:a="http://schemas.openxmlformats.org/drawingml/2006/main">
            <a:pPr>
              <a:defRPr sz="1275" b="0">
                <a:solidFill>
                  <a:srgbClr val="52646D"/>
                </a:solidFill>
                <a:latin typeface="Arial"/>
                <a:ea typeface="Arial"/>
                <a:cs typeface="Arial"/>
              </a:defRPr>
            </a:pPr>
            <a:r>
              <a:rPr sz="1275" b="0">
                <a:solidFill>
                  <a:srgbClr val="52646D"/>
                </a:solidFill>
                <a:latin typeface="Arial"/>
                <a:ea typeface="Arial"/>
                <a:cs typeface="Arial"/>
              </a:rPr>
              <a:t>10</a:t>
            </a:r>
          </a:p>
        </p:txBody>
      </p:sp>
    </p:spTree>
    <p:extLst>
      <p:ext uri="{BB962C8B-B14F-4D97-AF65-F5344CB8AC3E}">
        <p14:creationId xmlns:p14="http://schemas.microsoft.com/office/powerpoint/2010/main" val="1991394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pendix · Questions and demo fallback">
            <a:extLst xmlns:a="http://schemas.openxmlformats.org/drawingml/2006/main">
              <a:ext uri="{FF2B5EF4-FFF2-40B4-BE49-F238E27FC236}">
                <a16:creationId xmlns:a16="http://schemas.microsoft.com/office/drawing/2014/main" id="{A32A92E3-CD10-4B1F-A44A-F25636335347}"/>
              </a:ext>
            </a:extLst>
          </p:cNvPr>
          <p:cNvSpPr>
            <a:spLocks xmlns:a="http://schemas.openxmlformats.org/drawingml/2006/main" noGrp="1"/>
          </p:cNvSpPr>
          <p:nvPr/>
        </p:nvSpPr>
        <p:spPr>
          <a:xfrm xmlns:a="http://schemas.openxmlformats.org/drawingml/2006/main">
            <a:off x="609600" y="4191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42A36"/>
                </a:solidFill>
                <a:latin typeface="Arial"/>
                <a:ea typeface="Arial"/>
                <a:cs typeface="Arial"/>
              </a:defRPr>
            </a:defPPr>
            <a:lvl1pPr>
              <a:defRPr sz="3450" b="1">
                <a:solidFill>
                  <a:srgbClr val="142A36"/>
                </a:solidFill>
                <a:latin typeface="Arial"/>
                <a:ea typeface="Arial"/>
                <a:cs typeface="Arial"/>
              </a:defRPr>
            </a:lvl1pPr>
            <a:lvl2pPr>
              <a:defRPr sz="3450" b="1">
                <a:solidFill>
                  <a:srgbClr val="142A36"/>
                </a:solidFill>
                <a:latin typeface="Arial"/>
                <a:ea typeface="Arial"/>
                <a:cs typeface="Arial"/>
              </a:defRPr>
            </a:lvl2pPr>
            <a:lvl3pPr>
              <a:defRPr sz="3450" b="1">
                <a:solidFill>
                  <a:srgbClr val="142A36"/>
                </a:solidFill>
                <a:latin typeface="Arial"/>
                <a:ea typeface="Arial"/>
                <a:cs typeface="Arial"/>
              </a:defRPr>
            </a:lvl3pPr>
            <a:lvl4pPr>
              <a:defRPr sz="3450" b="1">
                <a:solidFill>
                  <a:srgbClr val="142A36"/>
                </a:solidFill>
                <a:latin typeface="Arial"/>
                <a:ea typeface="Arial"/>
                <a:cs typeface="Arial"/>
              </a:defRPr>
            </a:lvl4pPr>
            <a:lvl5pPr>
              <a:defRPr sz="3450" b="1">
                <a:solidFill>
                  <a:srgbClr val="142A36"/>
                </a:solidFill>
                <a:latin typeface="Arial"/>
                <a:ea typeface="Arial"/>
                <a:cs typeface="Arial"/>
              </a:defRPr>
            </a:lvl5pPr>
            <a:lvl6pPr>
              <a:defRPr sz="3450" b="1">
                <a:solidFill>
                  <a:srgbClr val="142A36"/>
                </a:solidFill>
                <a:latin typeface="Arial"/>
                <a:ea typeface="Arial"/>
                <a:cs typeface="Arial"/>
              </a:defRPr>
            </a:lvl6pPr>
            <a:lvl7pPr>
              <a:defRPr sz="3450" b="1">
                <a:solidFill>
                  <a:srgbClr val="142A36"/>
                </a:solidFill>
                <a:latin typeface="Arial"/>
                <a:ea typeface="Arial"/>
                <a:cs typeface="Arial"/>
              </a:defRPr>
            </a:lvl7pPr>
            <a:lvl8pPr>
              <a:defRPr sz="3450" b="1">
                <a:solidFill>
                  <a:srgbClr val="142A36"/>
                </a:solidFill>
                <a:latin typeface="Arial"/>
                <a:ea typeface="Arial"/>
                <a:cs typeface="Arial"/>
              </a:defRPr>
            </a:lvl8pPr>
            <a:lvl9pPr>
              <a:defRPr sz="3450" b="1">
                <a:solidFill>
                  <a:srgbClr val="142A36"/>
                </a:solidFill>
                <a:latin typeface="Arial"/>
                <a:ea typeface="Arial"/>
                <a:cs typeface="Arial"/>
              </a:defRPr>
            </a:lvl9pPr>
          </a:lstStyle>
          <a:p xmlns:a="http://schemas.openxmlformats.org/drawingml/2006/main">
            <a:pPr>
              <a:defRPr sz="3450" b="1">
                <a:solidFill>
                  <a:srgbClr val="142A36"/>
                </a:solidFill>
                <a:latin typeface="Arial"/>
                <a:ea typeface="Arial"/>
                <a:cs typeface="Arial"/>
              </a:defRPr>
            </a:pPr>
            <a:r>
              <a:rPr sz="3450" b="1">
                <a:solidFill>
                  <a:srgbClr val="142A36"/>
                </a:solidFill>
                <a:latin typeface="Arial"/>
                <a:ea typeface="Arial"/>
                <a:cs typeface="Arial"/>
              </a:rPr>
              <a:t>Appendix · Questions and demo fallback</a:t>
            </a:r>
          </a:p>
        </p:txBody>
      </p:sp>
      <p:sp>
        <p:nvSpPr>
          <p:cNvPr id="2" name="Is priority a severity measurement?">
            <a:extLst xmlns:a="http://schemas.openxmlformats.org/drawingml/2006/main">
              <a:ext uri="{FF2B5EF4-FFF2-40B4-BE49-F238E27FC236}">
                <a16:creationId xmlns:a16="http://schemas.microsoft.com/office/drawing/2014/main" id="{50808912-0CFD-41DD-B27B-F2230DE0AC17}"/>
              </a:ext>
            </a:extLst>
          </p:cNvPr>
          <p:cNvSpPr>
            <a:spLocks xmlns:a="http://schemas.openxmlformats.org/drawingml/2006/main" noGrp="1"/>
          </p:cNvSpPr>
          <p:nvPr/>
        </p:nvSpPr>
        <p:spPr>
          <a:xfrm xmlns:a="http://schemas.openxmlformats.org/drawingml/2006/main">
            <a:off x="609600" y="1562100"/>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26C73"/>
                </a:solidFill>
                <a:latin typeface="Arial"/>
                <a:ea typeface="Arial"/>
                <a:cs typeface="Arial"/>
              </a:defRPr>
            </a:defPPr>
            <a:lvl1pPr>
              <a:defRPr sz="2025" b="1">
                <a:solidFill>
                  <a:srgbClr val="126C73"/>
                </a:solidFill>
                <a:latin typeface="Arial"/>
                <a:ea typeface="Arial"/>
                <a:cs typeface="Arial"/>
              </a:defRPr>
            </a:lvl1pPr>
            <a:lvl2pPr>
              <a:defRPr sz="2025" b="1">
                <a:solidFill>
                  <a:srgbClr val="126C73"/>
                </a:solidFill>
                <a:latin typeface="Arial"/>
                <a:ea typeface="Arial"/>
                <a:cs typeface="Arial"/>
              </a:defRPr>
            </a:lvl2pPr>
            <a:lvl3pPr>
              <a:defRPr sz="2025" b="1">
                <a:solidFill>
                  <a:srgbClr val="126C73"/>
                </a:solidFill>
                <a:latin typeface="Arial"/>
                <a:ea typeface="Arial"/>
                <a:cs typeface="Arial"/>
              </a:defRPr>
            </a:lvl3pPr>
            <a:lvl4pPr>
              <a:defRPr sz="2025" b="1">
                <a:solidFill>
                  <a:srgbClr val="126C73"/>
                </a:solidFill>
                <a:latin typeface="Arial"/>
                <a:ea typeface="Arial"/>
                <a:cs typeface="Arial"/>
              </a:defRPr>
            </a:lvl4pPr>
            <a:lvl5pPr>
              <a:defRPr sz="2025" b="1">
                <a:solidFill>
                  <a:srgbClr val="126C73"/>
                </a:solidFill>
                <a:latin typeface="Arial"/>
                <a:ea typeface="Arial"/>
                <a:cs typeface="Arial"/>
              </a:defRPr>
            </a:lvl5pPr>
            <a:lvl6pPr>
              <a:defRPr sz="2025" b="1">
                <a:solidFill>
                  <a:srgbClr val="126C73"/>
                </a:solidFill>
                <a:latin typeface="Arial"/>
                <a:ea typeface="Arial"/>
                <a:cs typeface="Arial"/>
              </a:defRPr>
            </a:lvl6pPr>
            <a:lvl7pPr>
              <a:defRPr sz="2025" b="1">
                <a:solidFill>
                  <a:srgbClr val="126C73"/>
                </a:solidFill>
                <a:latin typeface="Arial"/>
                <a:ea typeface="Arial"/>
                <a:cs typeface="Arial"/>
              </a:defRPr>
            </a:lvl7pPr>
            <a:lvl8pPr>
              <a:defRPr sz="2025" b="1">
                <a:solidFill>
                  <a:srgbClr val="126C73"/>
                </a:solidFill>
                <a:latin typeface="Arial"/>
                <a:ea typeface="Arial"/>
                <a:cs typeface="Arial"/>
              </a:defRPr>
            </a:lvl8pPr>
            <a:lvl9pPr>
              <a:defRPr sz="2025" b="1">
                <a:solidFill>
                  <a:srgbClr val="126C73"/>
                </a:solidFill>
                <a:latin typeface="Arial"/>
                <a:ea typeface="Arial"/>
                <a:cs typeface="Arial"/>
              </a:defRPr>
            </a:lvl9pPr>
          </a:lstStyle>
          <a:p xmlns:a="http://schemas.openxmlformats.org/drawingml/2006/main">
            <a:pPr>
              <a:defRPr sz="2025" b="1">
                <a:solidFill>
                  <a:srgbClr val="126C73"/>
                </a:solidFill>
                <a:latin typeface="Arial"/>
                <a:ea typeface="Arial"/>
                <a:cs typeface="Arial"/>
              </a:defRPr>
            </a:pPr>
            <a:r>
              <a:rPr sz="2025" b="1">
                <a:solidFill>
                  <a:srgbClr val="126C73"/>
                </a:solidFill>
                <a:latin typeface="Arial"/>
                <a:ea typeface="Arial"/>
                <a:cs typeface="Arial"/>
              </a:rPr>
              <a:t>Is priority a severity measurement?</a:t>
            </a:r>
          </a:p>
        </p:txBody>
      </p:sp>
      <p:sp>
        <p:nvSpPr>
          <p:cNvPr id="3" name="No: a 0–100 heuristic uses type 40%, visible ">
            <a:extLst xmlns:a="http://schemas.openxmlformats.org/drawingml/2006/main">
              <a:ext uri="{FF2B5EF4-FFF2-40B4-BE49-F238E27FC236}">
                <a16:creationId xmlns:a16="http://schemas.microsoft.com/office/drawing/2014/main" id="{8EE54337-977E-4EB6-8A35-D0C1F7E8A4E1}"/>
              </a:ext>
            </a:extLst>
          </p:cNvPr>
          <p:cNvSpPr>
            <a:spLocks xmlns:a="http://schemas.openxmlformats.org/drawingml/2006/main" noGrp="1"/>
          </p:cNvSpPr>
          <p:nvPr/>
        </p:nvSpPr>
        <p:spPr>
          <a:xfrm xmlns:a="http://schemas.openxmlformats.org/drawingml/2006/main">
            <a:off x="609600" y="2114550"/>
            <a:ext cx="52863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A36"/>
                </a:solidFill>
                <a:latin typeface="Arial"/>
                <a:ea typeface="Arial"/>
                <a:cs typeface="Arial"/>
              </a:defRPr>
            </a:defPPr>
            <a:lvl1pPr>
              <a:defRPr sz="1800" b="0">
                <a:solidFill>
                  <a:srgbClr val="142A36"/>
                </a:solidFill>
                <a:latin typeface="Arial"/>
                <a:ea typeface="Arial"/>
                <a:cs typeface="Arial"/>
              </a:defRPr>
            </a:lvl1pPr>
            <a:lvl2pPr>
              <a:defRPr sz="1800" b="0">
                <a:solidFill>
                  <a:srgbClr val="142A36"/>
                </a:solidFill>
                <a:latin typeface="Arial"/>
                <a:ea typeface="Arial"/>
                <a:cs typeface="Arial"/>
              </a:defRPr>
            </a:lvl2pPr>
            <a:lvl3pPr>
              <a:defRPr sz="1800" b="0">
                <a:solidFill>
                  <a:srgbClr val="142A36"/>
                </a:solidFill>
                <a:latin typeface="Arial"/>
                <a:ea typeface="Arial"/>
                <a:cs typeface="Arial"/>
              </a:defRPr>
            </a:lvl3pPr>
            <a:lvl4pPr>
              <a:defRPr sz="1800" b="0">
                <a:solidFill>
                  <a:srgbClr val="142A36"/>
                </a:solidFill>
                <a:latin typeface="Arial"/>
                <a:ea typeface="Arial"/>
                <a:cs typeface="Arial"/>
              </a:defRPr>
            </a:lvl4pPr>
            <a:lvl5pPr>
              <a:defRPr sz="1800" b="0">
                <a:solidFill>
                  <a:srgbClr val="142A36"/>
                </a:solidFill>
                <a:latin typeface="Arial"/>
                <a:ea typeface="Arial"/>
                <a:cs typeface="Arial"/>
              </a:defRPr>
            </a:lvl5pPr>
            <a:lvl6pPr>
              <a:defRPr sz="1800" b="0">
                <a:solidFill>
                  <a:srgbClr val="142A36"/>
                </a:solidFill>
                <a:latin typeface="Arial"/>
                <a:ea typeface="Arial"/>
                <a:cs typeface="Arial"/>
              </a:defRPr>
            </a:lvl6pPr>
            <a:lvl7pPr>
              <a:defRPr sz="1800" b="0">
                <a:solidFill>
                  <a:srgbClr val="142A36"/>
                </a:solidFill>
                <a:latin typeface="Arial"/>
                <a:ea typeface="Arial"/>
                <a:cs typeface="Arial"/>
              </a:defRPr>
            </a:lvl7pPr>
            <a:lvl8pPr>
              <a:defRPr sz="1800" b="0">
                <a:solidFill>
                  <a:srgbClr val="142A36"/>
                </a:solidFill>
                <a:latin typeface="Arial"/>
                <a:ea typeface="Arial"/>
                <a:cs typeface="Arial"/>
              </a:defRPr>
            </a:lvl8pPr>
            <a:lvl9pPr>
              <a:defRPr sz="1800" b="0">
                <a:solidFill>
                  <a:srgbClr val="142A36"/>
                </a:solidFill>
                <a:latin typeface="Arial"/>
                <a:ea typeface="Arial"/>
                <a:cs typeface="Arial"/>
              </a:defRPr>
            </a:lvl9pPr>
          </a:lstStyle>
          <a:p xmlns:a="http://schemas.openxmlformats.org/drawingml/2006/main">
            <a:pPr>
              <a:defRPr sz="1800" b="0">
                <a:solidFill>
                  <a:srgbClr val="142A36"/>
                </a:solidFill>
                <a:latin typeface="Arial"/>
                <a:ea typeface="Arial"/>
                <a:cs typeface="Arial"/>
              </a:defRPr>
            </a:pPr>
            <a:r>
              <a:rPr sz="1800" b="0">
                <a:solidFill>
                  <a:srgbClr val="142A36"/>
                </a:solidFill>
                <a:latin typeface="Arial"/>
                <a:ea typeface="Arial"/>
                <a:cs typeface="Arial"/>
              </a:rPr>
              <a:t>No: a 0–100 heuristic uses type 40%, visible area 25%, count 20% and confidence/review 15%; it does not measure physical depth.</a:t>
            </a:r>
          </a:p>
        </p:txBody>
      </p:sp>
      <p:sp>
        <p:nvSpPr>
          <p:cNvPr id="4" name="Can duplicate reports be merged safely?">
            <a:extLst xmlns:a="http://schemas.openxmlformats.org/drawingml/2006/main">
              <a:ext uri="{FF2B5EF4-FFF2-40B4-BE49-F238E27FC236}">
                <a16:creationId xmlns:a16="http://schemas.microsoft.com/office/drawing/2014/main" id="{7C653368-0338-47A3-AF93-F6EB057BA9F2}"/>
              </a:ext>
            </a:extLst>
          </p:cNvPr>
          <p:cNvSpPr>
            <a:spLocks xmlns:a="http://schemas.openxmlformats.org/drawingml/2006/main" noGrp="1"/>
          </p:cNvSpPr>
          <p:nvPr/>
        </p:nvSpPr>
        <p:spPr>
          <a:xfrm xmlns:a="http://schemas.openxmlformats.org/drawingml/2006/main">
            <a:off x="6381750" y="1562100"/>
            <a:ext cx="5286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26C73"/>
                </a:solidFill>
                <a:latin typeface="Arial"/>
                <a:ea typeface="Arial"/>
                <a:cs typeface="Arial"/>
              </a:defRPr>
            </a:defPPr>
            <a:lvl1pPr>
              <a:defRPr sz="2025" b="1">
                <a:solidFill>
                  <a:srgbClr val="126C73"/>
                </a:solidFill>
                <a:latin typeface="Arial"/>
                <a:ea typeface="Arial"/>
                <a:cs typeface="Arial"/>
              </a:defRPr>
            </a:lvl1pPr>
            <a:lvl2pPr>
              <a:defRPr sz="2025" b="1">
                <a:solidFill>
                  <a:srgbClr val="126C73"/>
                </a:solidFill>
                <a:latin typeface="Arial"/>
                <a:ea typeface="Arial"/>
                <a:cs typeface="Arial"/>
              </a:defRPr>
            </a:lvl2pPr>
            <a:lvl3pPr>
              <a:defRPr sz="2025" b="1">
                <a:solidFill>
                  <a:srgbClr val="126C73"/>
                </a:solidFill>
                <a:latin typeface="Arial"/>
                <a:ea typeface="Arial"/>
                <a:cs typeface="Arial"/>
              </a:defRPr>
            </a:lvl3pPr>
            <a:lvl4pPr>
              <a:defRPr sz="2025" b="1">
                <a:solidFill>
                  <a:srgbClr val="126C73"/>
                </a:solidFill>
                <a:latin typeface="Arial"/>
                <a:ea typeface="Arial"/>
                <a:cs typeface="Arial"/>
              </a:defRPr>
            </a:lvl4pPr>
            <a:lvl5pPr>
              <a:defRPr sz="2025" b="1">
                <a:solidFill>
                  <a:srgbClr val="126C73"/>
                </a:solidFill>
                <a:latin typeface="Arial"/>
                <a:ea typeface="Arial"/>
                <a:cs typeface="Arial"/>
              </a:defRPr>
            </a:lvl5pPr>
            <a:lvl6pPr>
              <a:defRPr sz="2025" b="1">
                <a:solidFill>
                  <a:srgbClr val="126C73"/>
                </a:solidFill>
                <a:latin typeface="Arial"/>
                <a:ea typeface="Arial"/>
                <a:cs typeface="Arial"/>
              </a:defRPr>
            </a:lvl6pPr>
            <a:lvl7pPr>
              <a:defRPr sz="2025" b="1">
                <a:solidFill>
                  <a:srgbClr val="126C73"/>
                </a:solidFill>
                <a:latin typeface="Arial"/>
                <a:ea typeface="Arial"/>
                <a:cs typeface="Arial"/>
              </a:defRPr>
            </a:lvl7pPr>
            <a:lvl8pPr>
              <a:defRPr sz="2025" b="1">
                <a:solidFill>
                  <a:srgbClr val="126C73"/>
                </a:solidFill>
                <a:latin typeface="Arial"/>
                <a:ea typeface="Arial"/>
                <a:cs typeface="Arial"/>
              </a:defRPr>
            </a:lvl8pPr>
            <a:lvl9pPr>
              <a:defRPr sz="2025" b="1">
                <a:solidFill>
                  <a:srgbClr val="126C73"/>
                </a:solidFill>
                <a:latin typeface="Arial"/>
                <a:ea typeface="Arial"/>
                <a:cs typeface="Arial"/>
              </a:defRPr>
            </a:lvl9pPr>
          </a:lstStyle>
          <a:p xmlns:a="http://schemas.openxmlformats.org/drawingml/2006/main">
            <a:pPr>
              <a:defRPr sz="2025" b="1">
                <a:solidFill>
                  <a:srgbClr val="126C73"/>
                </a:solidFill>
                <a:latin typeface="Arial"/>
                <a:ea typeface="Arial"/>
                <a:cs typeface="Arial"/>
              </a:defRPr>
            </a:pPr>
            <a:r>
              <a:rPr sz="2025" b="1">
                <a:solidFill>
                  <a:srgbClr val="126C73"/>
                </a:solidFill>
                <a:latin typeface="Arial"/>
                <a:ea typeface="Arial"/>
                <a:cs typeface="Arial"/>
              </a:rPr>
              <a:t>Can duplicate reports be merged safely?</a:t>
            </a:r>
          </a:p>
        </p:txBody>
      </p:sp>
      <p:sp>
        <p:nvSpPr>
          <p:cNvPr id="5" name="Optional DINOv2 + FAISS searches nearby candi">
            <a:extLst xmlns:a="http://schemas.openxmlformats.org/drawingml/2006/main">
              <a:ext uri="{FF2B5EF4-FFF2-40B4-BE49-F238E27FC236}">
                <a16:creationId xmlns:a16="http://schemas.microsoft.com/office/drawing/2014/main" id="{D45A1212-6020-4BB8-9348-5F3B7DC9B4BD}"/>
              </a:ext>
            </a:extLst>
          </p:cNvPr>
          <p:cNvSpPr>
            <a:spLocks xmlns:a="http://schemas.openxmlformats.org/drawingml/2006/main" noGrp="1"/>
          </p:cNvSpPr>
          <p:nvPr/>
        </p:nvSpPr>
        <p:spPr>
          <a:xfrm xmlns:a="http://schemas.openxmlformats.org/drawingml/2006/main">
            <a:off x="6381750" y="2114550"/>
            <a:ext cx="51911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A36"/>
                </a:solidFill>
                <a:latin typeface="Arial"/>
                <a:ea typeface="Arial"/>
                <a:cs typeface="Arial"/>
              </a:defRPr>
            </a:defPPr>
            <a:lvl1pPr>
              <a:defRPr sz="1800" b="0">
                <a:solidFill>
                  <a:srgbClr val="142A36"/>
                </a:solidFill>
                <a:latin typeface="Arial"/>
                <a:ea typeface="Arial"/>
                <a:cs typeface="Arial"/>
              </a:defRPr>
            </a:lvl1pPr>
            <a:lvl2pPr>
              <a:defRPr sz="1800" b="0">
                <a:solidFill>
                  <a:srgbClr val="142A36"/>
                </a:solidFill>
                <a:latin typeface="Arial"/>
                <a:ea typeface="Arial"/>
                <a:cs typeface="Arial"/>
              </a:defRPr>
            </a:lvl2pPr>
            <a:lvl3pPr>
              <a:defRPr sz="1800" b="0">
                <a:solidFill>
                  <a:srgbClr val="142A36"/>
                </a:solidFill>
                <a:latin typeface="Arial"/>
                <a:ea typeface="Arial"/>
                <a:cs typeface="Arial"/>
              </a:defRPr>
            </a:lvl3pPr>
            <a:lvl4pPr>
              <a:defRPr sz="1800" b="0">
                <a:solidFill>
                  <a:srgbClr val="142A36"/>
                </a:solidFill>
                <a:latin typeface="Arial"/>
                <a:ea typeface="Arial"/>
                <a:cs typeface="Arial"/>
              </a:defRPr>
            </a:lvl4pPr>
            <a:lvl5pPr>
              <a:defRPr sz="1800" b="0">
                <a:solidFill>
                  <a:srgbClr val="142A36"/>
                </a:solidFill>
                <a:latin typeface="Arial"/>
                <a:ea typeface="Arial"/>
                <a:cs typeface="Arial"/>
              </a:defRPr>
            </a:lvl5pPr>
            <a:lvl6pPr>
              <a:defRPr sz="1800" b="0">
                <a:solidFill>
                  <a:srgbClr val="142A36"/>
                </a:solidFill>
                <a:latin typeface="Arial"/>
                <a:ea typeface="Arial"/>
                <a:cs typeface="Arial"/>
              </a:defRPr>
            </a:lvl6pPr>
            <a:lvl7pPr>
              <a:defRPr sz="1800" b="0">
                <a:solidFill>
                  <a:srgbClr val="142A36"/>
                </a:solidFill>
                <a:latin typeface="Arial"/>
                <a:ea typeface="Arial"/>
                <a:cs typeface="Arial"/>
              </a:defRPr>
            </a:lvl7pPr>
            <a:lvl8pPr>
              <a:defRPr sz="1800" b="0">
                <a:solidFill>
                  <a:srgbClr val="142A36"/>
                </a:solidFill>
                <a:latin typeface="Arial"/>
                <a:ea typeface="Arial"/>
                <a:cs typeface="Arial"/>
              </a:defRPr>
            </a:lvl8pPr>
            <a:lvl9pPr>
              <a:defRPr sz="1800" b="0">
                <a:solidFill>
                  <a:srgbClr val="142A36"/>
                </a:solidFill>
                <a:latin typeface="Arial"/>
                <a:ea typeface="Arial"/>
                <a:cs typeface="Arial"/>
              </a:defRPr>
            </a:lvl9pPr>
          </a:lstStyle>
          <a:p xmlns:a="http://schemas.openxmlformats.org/drawingml/2006/main">
            <a:pPr>
              <a:defRPr sz="1800" b="0">
                <a:solidFill>
                  <a:srgbClr val="142A36"/>
                </a:solidFill>
                <a:latin typeface="Arial"/>
                <a:ea typeface="Arial"/>
                <a:cs typeface="Arial"/>
              </a:defRPr>
            </a:pPr>
            <a:r>
              <a:rPr sz="1800" b="0">
                <a:solidFill>
                  <a:srgbClr val="142A36"/>
                </a:solidFill>
                <a:latin typeface="Arial"/>
                <a:ea typeface="Arial"/>
                <a:cs typeface="Arial"/>
              </a:rPr>
              <a:t>Optional DINOv2 + FAISS searches nearby candidates within 50 m. The 0.80 threshold is experimental; reports are never merged automatically.</a:t>
            </a:r>
          </a:p>
        </p:txBody>
      </p:sp>
      <p:sp>
        <p:nvSpPr>
          <p:cNvPr id="6" name="What if the live demonstration fails?">
            <a:extLst xmlns:a="http://schemas.openxmlformats.org/drawingml/2006/main">
              <a:ext uri="{FF2B5EF4-FFF2-40B4-BE49-F238E27FC236}">
                <a16:creationId xmlns:a16="http://schemas.microsoft.com/office/drawing/2014/main" id="{F4949EF2-DBF4-4D9C-8A95-FF9D5BEB5268}"/>
              </a:ext>
            </a:extLst>
          </p:cNvPr>
          <p:cNvSpPr>
            <a:spLocks xmlns:a="http://schemas.openxmlformats.org/drawingml/2006/main" noGrp="1"/>
          </p:cNvSpPr>
          <p:nvPr/>
        </p:nvSpPr>
        <p:spPr>
          <a:xfrm xmlns:a="http://schemas.openxmlformats.org/drawingml/2006/main">
            <a:off x="609600" y="3752850"/>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26C73"/>
                </a:solidFill>
                <a:latin typeface="Arial"/>
                <a:ea typeface="Arial"/>
                <a:cs typeface="Arial"/>
              </a:defRPr>
            </a:defPPr>
            <a:lvl1pPr>
              <a:defRPr sz="2025" b="1">
                <a:solidFill>
                  <a:srgbClr val="126C73"/>
                </a:solidFill>
                <a:latin typeface="Arial"/>
                <a:ea typeface="Arial"/>
                <a:cs typeface="Arial"/>
              </a:defRPr>
            </a:lvl1pPr>
            <a:lvl2pPr>
              <a:defRPr sz="2025" b="1">
                <a:solidFill>
                  <a:srgbClr val="126C73"/>
                </a:solidFill>
                <a:latin typeface="Arial"/>
                <a:ea typeface="Arial"/>
                <a:cs typeface="Arial"/>
              </a:defRPr>
            </a:lvl2pPr>
            <a:lvl3pPr>
              <a:defRPr sz="2025" b="1">
                <a:solidFill>
                  <a:srgbClr val="126C73"/>
                </a:solidFill>
                <a:latin typeface="Arial"/>
                <a:ea typeface="Arial"/>
                <a:cs typeface="Arial"/>
              </a:defRPr>
            </a:lvl3pPr>
            <a:lvl4pPr>
              <a:defRPr sz="2025" b="1">
                <a:solidFill>
                  <a:srgbClr val="126C73"/>
                </a:solidFill>
                <a:latin typeface="Arial"/>
                <a:ea typeface="Arial"/>
                <a:cs typeface="Arial"/>
              </a:defRPr>
            </a:lvl4pPr>
            <a:lvl5pPr>
              <a:defRPr sz="2025" b="1">
                <a:solidFill>
                  <a:srgbClr val="126C73"/>
                </a:solidFill>
                <a:latin typeface="Arial"/>
                <a:ea typeface="Arial"/>
                <a:cs typeface="Arial"/>
              </a:defRPr>
            </a:lvl5pPr>
            <a:lvl6pPr>
              <a:defRPr sz="2025" b="1">
                <a:solidFill>
                  <a:srgbClr val="126C73"/>
                </a:solidFill>
                <a:latin typeface="Arial"/>
                <a:ea typeface="Arial"/>
                <a:cs typeface="Arial"/>
              </a:defRPr>
            </a:lvl6pPr>
            <a:lvl7pPr>
              <a:defRPr sz="2025" b="1">
                <a:solidFill>
                  <a:srgbClr val="126C73"/>
                </a:solidFill>
                <a:latin typeface="Arial"/>
                <a:ea typeface="Arial"/>
                <a:cs typeface="Arial"/>
              </a:defRPr>
            </a:lvl7pPr>
            <a:lvl8pPr>
              <a:defRPr sz="2025" b="1">
                <a:solidFill>
                  <a:srgbClr val="126C73"/>
                </a:solidFill>
                <a:latin typeface="Arial"/>
                <a:ea typeface="Arial"/>
                <a:cs typeface="Arial"/>
              </a:defRPr>
            </a:lvl8pPr>
            <a:lvl9pPr>
              <a:defRPr sz="2025" b="1">
                <a:solidFill>
                  <a:srgbClr val="126C73"/>
                </a:solidFill>
                <a:latin typeface="Arial"/>
                <a:ea typeface="Arial"/>
                <a:cs typeface="Arial"/>
              </a:defRPr>
            </a:lvl9pPr>
          </a:lstStyle>
          <a:p xmlns:a="http://schemas.openxmlformats.org/drawingml/2006/main">
            <a:pPr>
              <a:defRPr sz="2025" b="1">
                <a:solidFill>
                  <a:srgbClr val="126C73"/>
                </a:solidFill>
                <a:latin typeface="Arial"/>
                <a:ea typeface="Arial"/>
                <a:cs typeface="Arial"/>
              </a:defRPr>
            </a:pPr>
            <a:r>
              <a:rPr sz="2025" b="1">
                <a:solidFill>
                  <a:srgbClr val="126C73"/>
                </a:solidFill>
                <a:latin typeface="Arial"/>
                <a:ea typeface="Arial"/>
                <a:cs typeface="Arial"/>
              </a:rPr>
              <a:t>What if the live demonstration fails?</a:t>
            </a:r>
          </a:p>
        </p:txBody>
      </p:sp>
      <p:sp>
        <p:nvSpPr>
          <p:cNvPr id="7" name="Use the PDF screenshots and describe the save">
            <a:extLst xmlns:a="http://schemas.openxmlformats.org/drawingml/2006/main">
              <a:ext uri="{FF2B5EF4-FFF2-40B4-BE49-F238E27FC236}">
                <a16:creationId xmlns:a16="http://schemas.microsoft.com/office/drawing/2014/main" id="{3E6F5D77-DF92-4CE3-A5D5-529CE86D9D07}"/>
              </a:ext>
            </a:extLst>
          </p:cNvPr>
          <p:cNvSpPr>
            <a:spLocks xmlns:a="http://schemas.openxmlformats.org/drawingml/2006/main" noGrp="1"/>
          </p:cNvSpPr>
          <p:nvPr/>
        </p:nvSpPr>
        <p:spPr>
          <a:xfrm xmlns:a="http://schemas.openxmlformats.org/drawingml/2006/main">
            <a:off x="609600" y="4305300"/>
            <a:ext cx="528637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A36"/>
                </a:solidFill>
                <a:latin typeface="Arial"/>
                <a:ea typeface="Arial"/>
                <a:cs typeface="Arial"/>
              </a:defRPr>
            </a:defPPr>
            <a:lvl1pPr>
              <a:defRPr sz="1800" b="0">
                <a:solidFill>
                  <a:srgbClr val="142A36"/>
                </a:solidFill>
                <a:latin typeface="Arial"/>
                <a:ea typeface="Arial"/>
                <a:cs typeface="Arial"/>
              </a:defRPr>
            </a:lvl1pPr>
            <a:lvl2pPr>
              <a:defRPr sz="1800" b="0">
                <a:solidFill>
                  <a:srgbClr val="142A36"/>
                </a:solidFill>
                <a:latin typeface="Arial"/>
                <a:ea typeface="Arial"/>
                <a:cs typeface="Arial"/>
              </a:defRPr>
            </a:lvl2pPr>
            <a:lvl3pPr>
              <a:defRPr sz="1800" b="0">
                <a:solidFill>
                  <a:srgbClr val="142A36"/>
                </a:solidFill>
                <a:latin typeface="Arial"/>
                <a:ea typeface="Arial"/>
                <a:cs typeface="Arial"/>
              </a:defRPr>
            </a:lvl3pPr>
            <a:lvl4pPr>
              <a:defRPr sz="1800" b="0">
                <a:solidFill>
                  <a:srgbClr val="142A36"/>
                </a:solidFill>
                <a:latin typeface="Arial"/>
                <a:ea typeface="Arial"/>
                <a:cs typeface="Arial"/>
              </a:defRPr>
            </a:lvl4pPr>
            <a:lvl5pPr>
              <a:defRPr sz="1800" b="0">
                <a:solidFill>
                  <a:srgbClr val="142A36"/>
                </a:solidFill>
                <a:latin typeface="Arial"/>
                <a:ea typeface="Arial"/>
                <a:cs typeface="Arial"/>
              </a:defRPr>
            </a:lvl5pPr>
            <a:lvl6pPr>
              <a:defRPr sz="1800" b="0">
                <a:solidFill>
                  <a:srgbClr val="142A36"/>
                </a:solidFill>
                <a:latin typeface="Arial"/>
                <a:ea typeface="Arial"/>
                <a:cs typeface="Arial"/>
              </a:defRPr>
            </a:lvl6pPr>
            <a:lvl7pPr>
              <a:defRPr sz="1800" b="0">
                <a:solidFill>
                  <a:srgbClr val="142A36"/>
                </a:solidFill>
                <a:latin typeface="Arial"/>
                <a:ea typeface="Arial"/>
                <a:cs typeface="Arial"/>
              </a:defRPr>
            </a:lvl7pPr>
            <a:lvl8pPr>
              <a:defRPr sz="1800" b="0">
                <a:solidFill>
                  <a:srgbClr val="142A36"/>
                </a:solidFill>
                <a:latin typeface="Arial"/>
                <a:ea typeface="Arial"/>
                <a:cs typeface="Arial"/>
              </a:defRPr>
            </a:lvl8pPr>
            <a:lvl9pPr>
              <a:defRPr sz="1800" b="0">
                <a:solidFill>
                  <a:srgbClr val="142A36"/>
                </a:solidFill>
                <a:latin typeface="Arial"/>
                <a:ea typeface="Arial"/>
                <a:cs typeface="Arial"/>
              </a:defRPr>
            </a:lvl9pPr>
          </a:lstStyle>
          <a:p xmlns:a="http://schemas.openxmlformats.org/drawingml/2006/main">
            <a:pPr>
              <a:defRPr sz="1800" b="0">
                <a:solidFill>
                  <a:srgbClr val="142A36"/>
                </a:solidFill>
                <a:latin typeface="Arial"/>
                <a:ea typeface="Arial"/>
                <a:cs typeface="Arial"/>
              </a:defRPr>
            </a:pPr>
            <a:r>
              <a:rPr sz="1800" b="0">
                <a:solidFill>
                  <a:srgbClr val="142A36"/>
                </a:solidFill>
                <a:latin typeface="Arial"/>
                <a:ea typeface="Arial"/>
                <a:cs typeface="Arial"/>
              </a:rPr>
              <a:t>Use the PDF screenshots and describe the saved workflow. Restart Docker; check the local URL and active model. Do not claim a failed run succeeded.</a:t>
            </a:r>
          </a:p>
        </p:txBody>
      </p:sp>
      <p:sp>
        <p:nvSpPr>
          <p:cNvPr id="8" name="How do we reproduce the project?">
            <a:extLst xmlns:a="http://schemas.openxmlformats.org/drawingml/2006/main">
              <a:ext uri="{FF2B5EF4-FFF2-40B4-BE49-F238E27FC236}">
                <a16:creationId xmlns:a16="http://schemas.microsoft.com/office/drawing/2014/main" id="{214DBCB7-92C6-4E4E-9D42-202139FD2A28}"/>
              </a:ext>
            </a:extLst>
          </p:cNvPr>
          <p:cNvSpPr>
            <a:spLocks xmlns:a="http://schemas.openxmlformats.org/drawingml/2006/main" noGrp="1"/>
          </p:cNvSpPr>
          <p:nvPr/>
        </p:nvSpPr>
        <p:spPr>
          <a:xfrm xmlns:a="http://schemas.openxmlformats.org/drawingml/2006/main">
            <a:off x="6381750" y="375285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26C73"/>
                </a:solidFill>
                <a:latin typeface="Arial"/>
                <a:ea typeface="Arial"/>
                <a:cs typeface="Arial"/>
              </a:defRPr>
            </a:defPPr>
            <a:lvl1pPr>
              <a:defRPr sz="2025" b="1">
                <a:solidFill>
                  <a:srgbClr val="126C73"/>
                </a:solidFill>
                <a:latin typeface="Arial"/>
                <a:ea typeface="Arial"/>
                <a:cs typeface="Arial"/>
              </a:defRPr>
            </a:lvl1pPr>
            <a:lvl2pPr>
              <a:defRPr sz="2025" b="1">
                <a:solidFill>
                  <a:srgbClr val="126C73"/>
                </a:solidFill>
                <a:latin typeface="Arial"/>
                <a:ea typeface="Arial"/>
                <a:cs typeface="Arial"/>
              </a:defRPr>
            </a:lvl2pPr>
            <a:lvl3pPr>
              <a:defRPr sz="2025" b="1">
                <a:solidFill>
                  <a:srgbClr val="126C73"/>
                </a:solidFill>
                <a:latin typeface="Arial"/>
                <a:ea typeface="Arial"/>
                <a:cs typeface="Arial"/>
              </a:defRPr>
            </a:lvl3pPr>
            <a:lvl4pPr>
              <a:defRPr sz="2025" b="1">
                <a:solidFill>
                  <a:srgbClr val="126C73"/>
                </a:solidFill>
                <a:latin typeface="Arial"/>
                <a:ea typeface="Arial"/>
                <a:cs typeface="Arial"/>
              </a:defRPr>
            </a:lvl4pPr>
            <a:lvl5pPr>
              <a:defRPr sz="2025" b="1">
                <a:solidFill>
                  <a:srgbClr val="126C73"/>
                </a:solidFill>
                <a:latin typeface="Arial"/>
                <a:ea typeface="Arial"/>
                <a:cs typeface="Arial"/>
              </a:defRPr>
            </a:lvl5pPr>
            <a:lvl6pPr>
              <a:defRPr sz="2025" b="1">
                <a:solidFill>
                  <a:srgbClr val="126C73"/>
                </a:solidFill>
                <a:latin typeface="Arial"/>
                <a:ea typeface="Arial"/>
                <a:cs typeface="Arial"/>
              </a:defRPr>
            </a:lvl6pPr>
            <a:lvl7pPr>
              <a:defRPr sz="2025" b="1">
                <a:solidFill>
                  <a:srgbClr val="126C73"/>
                </a:solidFill>
                <a:latin typeface="Arial"/>
                <a:ea typeface="Arial"/>
                <a:cs typeface="Arial"/>
              </a:defRPr>
            </a:lvl7pPr>
            <a:lvl8pPr>
              <a:defRPr sz="2025" b="1">
                <a:solidFill>
                  <a:srgbClr val="126C73"/>
                </a:solidFill>
                <a:latin typeface="Arial"/>
                <a:ea typeface="Arial"/>
                <a:cs typeface="Arial"/>
              </a:defRPr>
            </a:lvl8pPr>
            <a:lvl9pPr>
              <a:defRPr sz="2025" b="1">
                <a:solidFill>
                  <a:srgbClr val="126C73"/>
                </a:solidFill>
                <a:latin typeface="Arial"/>
                <a:ea typeface="Arial"/>
                <a:cs typeface="Arial"/>
              </a:defRPr>
            </a:lvl9pPr>
          </a:lstStyle>
          <a:p xmlns:a="http://schemas.openxmlformats.org/drawingml/2006/main">
            <a:pPr>
              <a:defRPr sz="2025" b="1">
                <a:solidFill>
                  <a:srgbClr val="126C73"/>
                </a:solidFill>
                <a:latin typeface="Arial"/>
                <a:ea typeface="Arial"/>
                <a:cs typeface="Arial"/>
              </a:defRPr>
            </a:pPr>
            <a:r>
              <a:rPr sz="2025" b="1">
                <a:solidFill>
                  <a:srgbClr val="126C73"/>
                </a:solidFill>
                <a:latin typeface="Arial"/>
                <a:ea typeface="Arial"/>
                <a:cs typeface="Arial"/>
              </a:rPr>
              <a:t>How do we reproduce the project?</a:t>
            </a:r>
          </a:p>
        </p:txBody>
      </p:sp>
      <p:sp>
        <p:nvSpPr>
          <p:cNvPr id="9" name="Follow README → Docker setup → token → import">
            <a:extLst xmlns:a="http://schemas.openxmlformats.org/drawingml/2006/main">
              <a:ext uri="{FF2B5EF4-FFF2-40B4-BE49-F238E27FC236}">
                <a16:creationId xmlns:a16="http://schemas.microsoft.com/office/drawing/2014/main" id="{4E6343AD-B3E6-4012-9F0A-AA7821D02F5E}"/>
              </a:ext>
            </a:extLst>
          </p:cNvPr>
          <p:cNvSpPr>
            <a:spLocks xmlns:a="http://schemas.openxmlformats.org/drawingml/2006/main" noGrp="1"/>
          </p:cNvSpPr>
          <p:nvPr/>
        </p:nvSpPr>
        <p:spPr>
          <a:xfrm xmlns:a="http://schemas.openxmlformats.org/drawingml/2006/main">
            <a:off x="6381750" y="4305300"/>
            <a:ext cx="5238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A36"/>
                </a:solidFill>
                <a:latin typeface="Arial"/>
                <a:ea typeface="Arial"/>
                <a:cs typeface="Arial"/>
              </a:defRPr>
            </a:defPPr>
            <a:lvl1pPr>
              <a:defRPr sz="1800" b="0">
                <a:solidFill>
                  <a:srgbClr val="142A36"/>
                </a:solidFill>
                <a:latin typeface="Arial"/>
                <a:ea typeface="Arial"/>
                <a:cs typeface="Arial"/>
              </a:defRPr>
            </a:lvl1pPr>
            <a:lvl2pPr>
              <a:defRPr sz="1800" b="0">
                <a:solidFill>
                  <a:srgbClr val="142A36"/>
                </a:solidFill>
                <a:latin typeface="Arial"/>
                <a:ea typeface="Arial"/>
                <a:cs typeface="Arial"/>
              </a:defRPr>
            </a:lvl2pPr>
            <a:lvl3pPr>
              <a:defRPr sz="1800" b="0">
                <a:solidFill>
                  <a:srgbClr val="142A36"/>
                </a:solidFill>
                <a:latin typeface="Arial"/>
                <a:ea typeface="Arial"/>
                <a:cs typeface="Arial"/>
              </a:defRPr>
            </a:lvl3pPr>
            <a:lvl4pPr>
              <a:defRPr sz="1800" b="0">
                <a:solidFill>
                  <a:srgbClr val="142A36"/>
                </a:solidFill>
                <a:latin typeface="Arial"/>
                <a:ea typeface="Arial"/>
                <a:cs typeface="Arial"/>
              </a:defRPr>
            </a:lvl4pPr>
            <a:lvl5pPr>
              <a:defRPr sz="1800" b="0">
                <a:solidFill>
                  <a:srgbClr val="142A36"/>
                </a:solidFill>
                <a:latin typeface="Arial"/>
                <a:ea typeface="Arial"/>
                <a:cs typeface="Arial"/>
              </a:defRPr>
            </a:lvl5pPr>
            <a:lvl6pPr>
              <a:defRPr sz="1800" b="0">
                <a:solidFill>
                  <a:srgbClr val="142A36"/>
                </a:solidFill>
                <a:latin typeface="Arial"/>
                <a:ea typeface="Arial"/>
                <a:cs typeface="Arial"/>
              </a:defRPr>
            </a:lvl6pPr>
            <a:lvl7pPr>
              <a:defRPr sz="1800" b="0">
                <a:solidFill>
                  <a:srgbClr val="142A36"/>
                </a:solidFill>
                <a:latin typeface="Arial"/>
                <a:ea typeface="Arial"/>
                <a:cs typeface="Arial"/>
              </a:defRPr>
            </a:lvl7pPr>
            <a:lvl8pPr>
              <a:defRPr sz="1800" b="0">
                <a:solidFill>
                  <a:srgbClr val="142A36"/>
                </a:solidFill>
                <a:latin typeface="Arial"/>
                <a:ea typeface="Arial"/>
                <a:cs typeface="Arial"/>
              </a:defRPr>
            </a:lvl8pPr>
            <a:lvl9pPr>
              <a:defRPr sz="1800" b="0">
                <a:solidFill>
                  <a:srgbClr val="142A36"/>
                </a:solidFill>
                <a:latin typeface="Arial"/>
                <a:ea typeface="Arial"/>
                <a:cs typeface="Arial"/>
              </a:defRPr>
            </a:lvl9pPr>
          </a:lstStyle>
          <a:p xmlns:a="http://schemas.openxmlformats.org/drawingml/2006/main">
            <a:pPr>
              <a:defRPr sz="1800" b="0">
                <a:solidFill>
                  <a:srgbClr val="142A36"/>
                </a:solidFill>
                <a:latin typeface="Arial"/>
                <a:ea typeface="Arial"/>
                <a:cs typeface="Arial"/>
              </a:defRPr>
            </a:pPr>
            <a:r>
              <a:rPr sz="1800" b="0">
                <a:solidFill>
                  <a:srgbClr val="142A36"/>
                </a:solidFill>
                <a:latin typeface="Arial"/>
                <a:ea typeface="Arial"/>
                <a:cs typeface="Arial"/>
              </a:rPr>
              <a:t>Follow README → Docker setup → token → import a trusted model → Use model. Source, weights and private data are distributed separately.</a:t>
            </a:r>
          </a:p>
        </p:txBody>
      </p:sp>
      <p:sp>
        <p:nvSpPr>
          <p:cNvPr id="10" name="References: Team-Models-and-Results.md · Repl">
            <a:extLst xmlns:a="http://schemas.openxmlformats.org/drawingml/2006/main">
              <a:ext uri="{FF2B5EF4-FFF2-40B4-BE49-F238E27FC236}">
                <a16:creationId xmlns:a16="http://schemas.microsoft.com/office/drawing/2014/main" id="{794A709A-58C4-4773-9B5E-D8655800C4A6}"/>
              </a:ext>
            </a:extLst>
          </p:cNvPr>
          <p:cNvSpPr>
            <a:spLocks xmlns:a="http://schemas.openxmlformats.org/drawingml/2006/main" noGrp="1"/>
          </p:cNvSpPr>
          <p:nvPr/>
        </p:nvSpPr>
        <p:spPr>
          <a:xfrm xmlns:a="http://schemas.openxmlformats.org/drawingml/2006/main">
            <a:off x="609600" y="61912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46D"/>
                </a:solidFill>
                <a:latin typeface="Arial"/>
                <a:ea typeface="Arial"/>
                <a:cs typeface="Arial"/>
              </a:defRPr>
            </a:defPPr>
            <a:lvl1pPr>
              <a:defRPr sz="1350" b="0">
                <a:solidFill>
                  <a:srgbClr val="52646D"/>
                </a:solidFill>
                <a:latin typeface="Arial"/>
                <a:ea typeface="Arial"/>
                <a:cs typeface="Arial"/>
              </a:defRPr>
            </a:lvl1pPr>
            <a:lvl2pPr>
              <a:defRPr sz="1350" b="0">
                <a:solidFill>
                  <a:srgbClr val="52646D"/>
                </a:solidFill>
                <a:latin typeface="Arial"/>
                <a:ea typeface="Arial"/>
                <a:cs typeface="Arial"/>
              </a:defRPr>
            </a:lvl2pPr>
            <a:lvl3pPr>
              <a:defRPr sz="1350" b="0">
                <a:solidFill>
                  <a:srgbClr val="52646D"/>
                </a:solidFill>
                <a:latin typeface="Arial"/>
                <a:ea typeface="Arial"/>
                <a:cs typeface="Arial"/>
              </a:defRPr>
            </a:lvl3pPr>
            <a:lvl4pPr>
              <a:defRPr sz="1350" b="0">
                <a:solidFill>
                  <a:srgbClr val="52646D"/>
                </a:solidFill>
                <a:latin typeface="Arial"/>
                <a:ea typeface="Arial"/>
                <a:cs typeface="Arial"/>
              </a:defRPr>
            </a:lvl4pPr>
            <a:lvl5pPr>
              <a:defRPr sz="1350" b="0">
                <a:solidFill>
                  <a:srgbClr val="52646D"/>
                </a:solidFill>
                <a:latin typeface="Arial"/>
                <a:ea typeface="Arial"/>
                <a:cs typeface="Arial"/>
              </a:defRPr>
            </a:lvl5pPr>
            <a:lvl6pPr>
              <a:defRPr sz="1350" b="0">
                <a:solidFill>
                  <a:srgbClr val="52646D"/>
                </a:solidFill>
                <a:latin typeface="Arial"/>
                <a:ea typeface="Arial"/>
                <a:cs typeface="Arial"/>
              </a:defRPr>
            </a:lvl6pPr>
            <a:lvl7pPr>
              <a:defRPr sz="1350" b="0">
                <a:solidFill>
                  <a:srgbClr val="52646D"/>
                </a:solidFill>
                <a:latin typeface="Arial"/>
                <a:ea typeface="Arial"/>
                <a:cs typeface="Arial"/>
              </a:defRPr>
            </a:lvl7pPr>
            <a:lvl8pPr>
              <a:defRPr sz="1350" b="0">
                <a:solidFill>
                  <a:srgbClr val="52646D"/>
                </a:solidFill>
                <a:latin typeface="Arial"/>
                <a:ea typeface="Arial"/>
                <a:cs typeface="Arial"/>
              </a:defRPr>
            </a:lvl8pPr>
            <a:lvl9pPr>
              <a:defRPr sz="1350" b="0">
                <a:solidFill>
                  <a:srgbClr val="52646D"/>
                </a:solidFill>
                <a:latin typeface="Arial"/>
                <a:ea typeface="Arial"/>
                <a:cs typeface="Arial"/>
              </a:defRPr>
            </a:lvl9pPr>
          </a:lstStyle>
          <a:p xmlns:a="http://schemas.openxmlformats.org/drawingml/2006/main">
            <a:pPr>
              <a:defRPr sz="1350" b="0">
                <a:solidFill>
                  <a:srgbClr val="52646D"/>
                </a:solidFill>
                <a:latin typeface="Arial"/>
                <a:ea typeface="Arial"/>
                <a:cs typeface="Arial"/>
              </a:defRPr>
            </a:pPr>
            <a:r>
              <a:rPr sz="1350" b="0">
                <a:solidFill>
                  <a:srgbClr val="52646D"/>
                </a:solidFill>
                <a:latin typeface="Arial"/>
                <a:ea typeface="Arial"/>
                <a:cs typeface="Arial"/>
              </a:rPr>
              <a:t>References: Team-Models-and-Results.md · Replacement-Tools.md · README.md · For-Examiners.md</a:t>
            </a:r>
          </a:p>
        </p:txBody>
      </p:sp>
      <p:sp>
        <p:nvSpPr>
          <p:cNvPr id="11" name="11">
            <a:extLst xmlns:a="http://schemas.openxmlformats.org/drawingml/2006/main">
              <a:ext uri="{FF2B5EF4-FFF2-40B4-BE49-F238E27FC236}">
                <a16:creationId xmlns:a16="http://schemas.microsoft.com/office/drawing/2014/main" id="{2C53CC96-7C8E-484E-9C74-93AB289865EB}"/>
              </a:ext>
            </a:extLst>
          </p:cNvPr>
          <p:cNvSpPr>
            <a:spLocks xmlns:a="http://schemas.openxmlformats.org/drawingml/2006/main" noGrp="1"/>
          </p:cNvSpPr>
          <p:nvPr/>
        </p:nvSpPr>
        <p:spPr>
          <a:xfrm xmlns:a="http://schemas.openxmlformats.org/drawingml/2006/main">
            <a:off x="11353800" y="62484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46D"/>
                </a:solidFill>
                <a:latin typeface="Arial"/>
                <a:ea typeface="Arial"/>
                <a:cs typeface="Arial"/>
              </a:defRPr>
            </a:defPPr>
            <a:lvl1pPr>
              <a:defRPr sz="1275" b="0">
                <a:solidFill>
                  <a:srgbClr val="52646D"/>
                </a:solidFill>
                <a:latin typeface="Arial"/>
                <a:ea typeface="Arial"/>
                <a:cs typeface="Arial"/>
              </a:defRPr>
            </a:lvl1pPr>
            <a:lvl2pPr>
              <a:defRPr sz="1275" b="0">
                <a:solidFill>
                  <a:srgbClr val="52646D"/>
                </a:solidFill>
                <a:latin typeface="Arial"/>
                <a:ea typeface="Arial"/>
                <a:cs typeface="Arial"/>
              </a:defRPr>
            </a:lvl2pPr>
            <a:lvl3pPr>
              <a:defRPr sz="1275" b="0">
                <a:solidFill>
                  <a:srgbClr val="52646D"/>
                </a:solidFill>
                <a:latin typeface="Arial"/>
                <a:ea typeface="Arial"/>
                <a:cs typeface="Arial"/>
              </a:defRPr>
            </a:lvl3pPr>
            <a:lvl4pPr>
              <a:defRPr sz="1275" b="0">
                <a:solidFill>
                  <a:srgbClr val="52646D"/>
                </a:solidFill>
                <a:latin typeface="Arial"/>
                <a:ea typeface="Arial"/>
                <a:cs typeface="Arial"/>
              </a:defRPr>
            </a:lvl4pPr>
            <a:lvl5pPr>
              <a:defRPr sz="1275" b="0">
                <a:solidFill>
                  <a:srgbClr val="52646D"/>
                </a:solidFill>
                <a:latin typeface="Arial"/>
                <a:ea typeface="Arial"/>
                <a:cs typeface="Arial"/>
              </a:defRPr>
            </a:lvl5pPr>
            <a:lvl6pPr>
              <a:defRPr sz="1275" b="0">
                <a:solidFill>
                  <a:srgbClr val="52646D"/>
                </a:solidFill>
                <a:latin typeface="Arial"/>
                <a:ea typeface="Arial"/>
                <a:cs typeface="Arial"/>
              </a:defRPr>
            </a:lvl6pPr>
            <a:lvl7pPr>
              <a:defRPr sz="1275" b="0">
                <a:solidFill>
                  <a:srgbClr val="52646D"/>
                </a:solidFill>
                <a:latin typeface="Arial"/>
                <a:ea typeface="Arial"/>
                <a:cs typeface="Arial"/>
              </a:defRPr>
            </a:lvl7pPr>
            <a:lvl8pPr>
              <a:defRPr sz="1275" b="0">
                <a:solidFill>
                  <a:srgbClr val="52646D"/>
                </a:solidFill>
                <a:latin typeface="Arial"/>
                <a:ea typeface="Arial"/>
                <a:cs typeface="Arial"/>
              </a:defRPr>
            </a:lvl8pPr>
            <a:lvl9pPr>
              <a:defRPr sz="1275" b="0">
                <a:solidFill>
                  <a:srgbClr val="52646D"/>
                </a:solidFill>
                <a:latin typeface="Arial"/>
                <a:ea typeface="Arial"/>
                <a:cs typeface="Arial"/>
              </a:defRPr>
            </a:lvl9pPr>
          </a:lstStyle>
          <a:p xmlns:a="http://schemas.openxmlformats.org/drawingml/2006/main">
            <a:pPr>
              <a:defRPr sz="1275" b="0">
                <a:solidFill>
                  <a:srgbClr val="52646D"/>
                </a:solidFill>
                <a:latin typeface="Arial"/>
                <a:ea typeface="Arial"/>
                <a:cs typeface="Arial"/>
              </a:defRPr>
            </a:pPr>
            <a:r>
              <a:rPr sz="1275" b="0">
                <a:solidFill>
                  <a:srgbClr val="52646D"/>
                </a:solidFill>
                <a:latin typeface="Arial"/>
                <a:ea typeface="Arial"/>
                <a:cs typeface="Arial"/>
              </a:rPr>
              <a:t>11</a:t>
            </a:r>
          </a:p>
        </p:txBody>
      </p:sp>
    </p:spTree>
    <p:extLst>
      <p:ext uri="{BB962C8B-B14F-4D97-AF65-F5344CB8AC3E}">
        <p14:creationId xmlns:p14="http://schemas.microsoft.com/office/powerpoint/2010/main" val="3008931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ns0:coreProperties xmlns:dc="http://purl.org/dc/elements/1.1/" xmlns:ns0="http://schemas.openxmlformats.org/package/2006/metadata/core-properties" xmlns:ns2="http://purl.org/dc/terms/" xmlns:xsi="http://www.w3.org/2001/XMLSchema-instance">
  <dc:creator>RoadScan Team</dc:creator>
  <ns0:lastModifiedBy>RoadScan Team</ns0:lastModifiedBy>
  <dc:title>Presentation</dc:title>
  <ns2:created xsi:type="dcterms:W3CDTF">2026-10-27T08:16:17.9590000Z</ns2:created>
  <ns2:modified xsi:type="dcterms:W3CDTF">2026-10-27T08:16:17.9590000Z</ns2:modified>
</ns0:coreProperties>
</file>